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9FD097-41F4-4755-82FE-866359114F2D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89BFBE3-9DDA-4049-B396-00AD83143BB8}">
      <dgm:prSet/>
      <dgm:spPr/>
      <dgm:t>
        <a:bodyPr/>
        <a:lstStyle/>
        <a:p>
          <a:r>
            <a:rPr lang="en-US" b="1"/>
            <a:t>Expense Approval Workflow</a:t>
          </a:r>
          <a:endParaRPr lang="en-US"/>
        </a:p>
      </dgm:t>
    </dgm:pt>
    <dgm:pt modelId="{58675E9B-1A9F-4149-B1A1-765EFAAFFC07}" type="parTrans" cxnId="{10A8E374-6DB6-4223-A9B0-0D9EE68E324B}">
      <dgm:prSet/>
      <dgm:spPr/>
      <dgm:t>
        <a:bodyPr/>
        <a:lstStyle/>
        <a:p>
          <a:endParaRPr lang="en-US"/>
        </a:p>
      </dgm:t>
    </dgm:pt>
    <dgm:pt modelId="{AF4AA1D8-D8BE-4A16-AE7F-16FC03396139}" type="sibTrans" cxnId="{10A8E374-6DB6-4223-A9B0-0D9EE68E324B}">
      <dgm:prSet/>
      <dgm:spPr/>
      <dgm:t>
        <a:bodyPr/>
        <a:lstStyle/>
        <a:p>
          <a:endParaRPr lang="en-US"/>
        </a:p>
      </dgm:t>
    </dgm:pt>
    <dgm:pt modelId="{6931CB61-F910-4A03-9D21-256FA87B4C63}">
      <dgm:prSet/>
      <dgm:spPr/>
      <dgm:t>
        <a:bodyPr/>
        <a:lstStyle/>
        <a:p>
          <a:r>
            <a:rPr lang="en-US"/>
            <a:t>Employees submit expense requests with required details </a:t>
          </a:r>
        </a:p>
      </dgm:t>
    </dgm:pt>
    <dgm:pt modelId="{FB67194A-04F5-42A2-B15A-8A6004A39A31}" type="parTrans" cxnId="{44619AF4-8CCF-427D-85AE-0B93D38F1F3A}">
      <dgm:prSet/>
      <dgm:spPr/>
      <dgm:t>
        <a:bodyPr/>
        <a:lstStyle/>
        <a:p>
          <a:endParaRPr lang="en-US"/>
        </a:p>
      </dgm:t>
    </dgm:pt>
    <dgm:pt modelId="{29184659-CB76-4A65-A27C-493219DD4AAC}" type="sibTrans" cxnId="{44619AF4-8CCF-427D-85AE-0B93D38F1F3A}">
      <dgm:prSet/>
      <dgm:spPr/>
      <dgm:t>
        <a:bodyPr/>
        <a:lstStyle/>
        <a:p>
          <a:endParaRPr lang="en-US"/>
        </a:p>
      </dgm:t>
    </dgm:pt>
    <dgm:pt modelId="{923A76EC-6D46-443C-8783-3D1ACE22902C}">
      <dgm:prSet/>
      <dgm:spPr/>
      <dgm:t>
        <a:bodyPr/>
        <a:lstStyle/>
        <a:p>
          <a:r>
            <a:rPr lang="en-US"/>
            <a:t>System validates input (amount, category, required fields) </a:t>
          </a:r>
        </a:p>
      </dgm:t>
    </dgm:pt>
    <dgm:pt modelId="{CE68A991-D248-414B-9DF4-6E4BCF837514}" type="parTrans" cxnId="{243FFBE5-9E24-4E50-97B6-C870B693A766}">
      <dgm:prSet/>
      <dgm:spPr/>
      <dgm:t>
        <a:bodyPr/>
        <a:lstStyle/>
        <a:p>
          <a:endParaRPr lang="en-US"/>
        </a:p>
      </dgm:t>
    </dgm:pt>
    <dgm:pt modelId="{113E84E0-AFBB-4BB4-8E24-45ECBCAA116E}" type="sibTrans" cxnId="{243FFBE5-9E24-4E50-97B6-C870B693A766}">
      <dgm:prSet/>
      <dgm:spPr/>
      <dgm:t>
        <a:bodyPr/>
        <a:lstStyle/>
        <a:p>
          <a:endParaRPr lang="en-US"/>
        </a:p>
      </dgm:t>
    </dgm:pt>
    <dgm:pt modelId="{520F118A-F8F1-4070-8632-EB72808B9EB6}">
      <dgm:prSet/>
      <dgm:spPr/>
      <dgm:t>
        <a:bodyPr/>
        <a:lstStyle/>
        <a:p>
          <a:r>
            <a:rPr lang="en-US"/>
            <a:t>Requests are processed based on predefined business rules </a:t>
          </a:r>
        </a:p>
      </dgm:t>
    </dgm:pt>
    <dgm:pt modelId="{13434A7D-A053-496E-9A69-457B20B3E557}" type="parTrans" cxnId="{DA46DEF4-47D3-4F0F-A0AF-EC43F9057C3C}">
      <dgm:prSet/>
      <dgm:spPr/>
      <dgm:t>
        <a:bodyPr/>
        <a:lstStyle/>
        <a:p>
          <a:endParaRPr lang="en-US"/>
        </a:p>
      </dgm:t>
    </dgm:pt>
    <dgm:pt modelId="{7574679A-B172-41C7-9EAB-466EEFD9D478}" type="sibTrans" cxnId="{DA46DEF4-47D3-4F0F-A0AF-EC43F9057C3C}">
      <dgm:prSet/>
      <dgm:spPr/>
      <dgm:t>
        <a:bodyPr/>
        <a:lstStyle/>
        <a:p>
          <a:endParaRPr lang="en-US"/>
        </a:p>
      </dgm:t>
    </dgm:pt>
    <dgm:pt modelId="{B4AA379E-F616-4B0D-BD86-5278B5FAD951}">
      <dgm:prSet/>
      <dgm:spPr/>
      <dgm:t>
        <a:bodyPr/>
        <a:lstStyle/>
        <a:p>
          <a:r>
            <a:rPr lang="en-US"/>
            <a:t>Notifications are sent to employee and manager</a:t>
          </a:r>
        </a:p>
      </dgm:t>
    </dgm:pt>
    <dgm:pt modelId="{9E49188F-60CF-440D-A218-3DD8329CE5A2}" type="parTrans" cxnId="{9AEC413D-8097-4A07-B628-FCF6CADBB4DA}">
      <dgm:prSet/>
      <dgm:spPr/>
      <dgm:t>
        <a:bodyPr/>
        <a:lstStyle/>
        <a:p>
          <a:endParaRPr lang="en-US"/>
        </a:p>
      </dgm:t>
    </dgm:pt>
    <dgm:pt modelId="{6CA6037C-839B-4D11-8912-4A7A5FCD5740}" type="sibTrans" cxnId="{9AEC413D-8097-4A07-B628-FCF6CADBB4DA}">
      <dgm:prSet/>
      <dgm:spPr/>
      <dgm:t>
        <a:bodyPr/>
        <a:lstStyle/>
        <a:p>
          <a:endParaRPr lang="en-US"/>
        </a:p>
      </dgm:t>
    </dgm:pt>
    <dgm:pt modelId="{1F609227-BAA0-4631-8734-4A1FE9952736}">
      <dgm:prSet/>
      <dgm:spPr/>
      <dgm:t>
        <a:bodyPr/>
        <a:lstStyle/>
        <a:p>
          <a:r>
            <a:rPr lang="en-US" b="1"/>
            <a:t>Business Rules</a:t>
          </a:r>
          <a:endParaRPr lang="en-US"/>
        </a:p>
      </dgm:t>
    </dgm:pt>
    <dgm:pt modelId="{5DC9FC70-5A41-410B-BE89-77FC2EE202E8}" type="parTrans" cxnId="{901B8022-753B-430E-A7ED-35D97A619ECF}">
      <dgm:prSet/>
      <dgm:spPr/>
      <dgm:t>
        <a:bodyPr/>
        <a:lstStyle/>
        <a:p>
          <a:endParaRPr lang="en-US"/>
        </a:p>
      </dgm:t>
    </dgm:pt>
    <dgm:pt modelId="{D957F470-D2EB-464C-8435-B2252DB38673}" type="sibTrans" cxnId="{901B8022-753B-430E-A7ED-35D97A619ECF}">
      <dgm:prSet/>
      <dgm:spPr/>
      <dgm:t>
        <a:bodyPr/>
        <a:lstStyle/>
        <a:p>
          <a:endParaRPr lang="en-US"/>
        </a:p>
      </dgm:t>
    </dgm:pt>
    <dgm:pt modelId="{DA5A10B8-4F89-43DE-A83B-BA4FE7CFC285}">
      <dgm:prSet/>
      <dgm:spPr/>
      <dgm:t>
        <a:bodyPr/>
        <a:lstStyle/>
        <a:p>
          <a:r>
            <a:rPr lang="en-US"/>
            <a:t>Amount &lt; $100 → Automatically Approved </a:t>
          </a:r>
        </a:p>
      </dgm:t>
    </dgm:pt>
    <dgm:pt modelId="{5D579593-896A-4EF0-8DCA-6A6905E682B2}" type="parTrans" cxnId="{A96D0FEB-14B5-44BB-8DC3-AE55A993D2FC}">
      <dgm:prSet/>
      <dgm:spPr/>
      <dgm:t>
        <a:bodyPr/>
        <a:lstStyle/>
        <a:p>
          <a:endParaRPr lang="en-US"/>
        </a:p>
      </dgm:t>
    </dgm:pt>
    <dgm:pt modelId="{DD77BDD2-8C8A-4D8E-9ECE-50834F34424C}" type="sibTrans" cxnId="{A96D0FEB-14B5-44BB-8DC3-AE55A993D2FC}">
      <dgm:prSet/>
      <dgm:spPr/>
      <dgm:t>
        <a:bodyPr/>
        <a:lstStyle/>
        <a:p>
          <a:endParaRPr lang="en-US"/>
        </a:p>
      </dgm:t>
    </dgm:pt>
    <dgm:pt modelId="{8AAA92A5-8352-4ECC-AB13-9D1524DB648F}">
      <dgm:prSet/>
      <dgm:spPr/>
      <dgm:t>
        <a:bodyPr/>
        <a:lstStyle/>
        <a:p>
          <a:r>
            <a:rPr lang="en-US"/>
            <a:t>Amount ≥ $100 → Requires Manager Review </a:t>
          </a:r>
        </a:p>
      </dgm:t>
    </dgm:pt>
    <dgm:pt modelId="{49335D96-C686-46E9-8278-8EAA624ABEF8}" type="parTrans" cxnId="{2A03084D-ADCC-418C-946E-A42069ECA1F4}">
      <dgm:prSet/>
      <dgm:spPr/>
      <dgm:t>
        <a:bodyPr/>
        <a:lstStyle/>
        <a:p>
          <a:endParaRPr lang="en-US"/>
        </a:p>
      </dgm:t>
    </dgm:pt>
    <dgm:pt modelId="{8CE8118F-ACA2-49AB-B9F7-4C715C2443E2}" type="sibTrans" cxnId="{2A03084D-ADCC-418C-946E-A42069ECA1F4}">
      <dgm:prSet/>
      <dgm:spPr/>
      <dgm:t>
        <a:bodyPr/>
        <a:lstStyle/>
        <a:p>
          <a:endParaRPr lang="en-US"/>
        </a:p>
      </dgm:t>
    </dgm:pt>
    <dgm:pt modelId="{401A1ECF-980A-422E-9B45-972FE71C351D}">
      <dgm:prSet/>
      <dgm:spPr/>
      <dgm:t>
        <a:bodyPr/>
        <a:lstStyle/>
        <a:p>
          <a:r>
            <a:rPr lang="en-US"/>
            <a:t>No manager response → Request is Escalated </a:t>
          </a:r>
        </a:p>
      </dgm:t>
    </dgm:pt>
    <dgm:pt modelId="{44FE9A96-317F-48AF-9C0A-79DE38F7B099}" type="parTrans" cxnId="{E5129F36-A57F-45A1-B7C0-0C4D2FB7040E}">
      <dgm:prSet/>
      <dgm:spPr/>
      <dgm:t>
        <a:bodyPr/>
        <a:lstStyle/>
        <a:p>
          <a:endParaRPr lang="en-US"/>
        </a:p>
      </dgm:t>
    </dgm:pt>
    <dgm:pt modelId="{182B9BB2-A210-4529-B2F9-F3D617E344DE}" type="sibTrans" cxnId="{E5129F36-A57F-45A1-B7C0-0C4D2FB7040E}">
      <dgm:prSet/>
      <dgm:spPr/>
      <dgm:t>
        <a:bodyPr/>
        <a:lstStyle/>
        <a:p>
          <a:endParaRPr lang="en-US"/>
        </a:p>
      </dgm:t>
    </dgm:pt>
    <dgm:pt modelId="{FA078AFF-C632-464C-97F1-9A791519E222}">
      <dgm:prSet/>
      <dgm:spPr/>
      <dgm:t>
        <a:bodyPr/>
        <a:lstStyle/>
        <a:p>
          <a:r>
            <a:rPr lang="en-US"/>
            <a:t>Invalid requests → Rejected with error message</a:t>
          </a:r>
        </a:p>
      </dgm:t>
    </dgm:pt>
    <dgm:pt modelId="{C716F14E-CC2A-410C-BDB3-10E34D64D196}" type="parTrans" cxnId="{32738D49-F7AF-47FF-812C-8E4E2A2EFE85}">
      <dgm:prSet/>
      <dgm:spPr/>
      <dgm:t>
        <a:bodyPr/>
        <a:lstStyle/>
        <a:p>
          <a:endParaRPr lang="en-US"/>
        </a:p>
      </dgm:t>
    </dgm:pt>
    <dgm:pt modelId="{139A0020-91F9-45B4-9458-54EABA9A63A9}" type="sibTrans" cxnId="{32738D49-F7AF-47FF-812C-8E4E2A2EFE85}">
      <dgm:prSet/>
      <dgm:spPr/>
      <dgm:t>
        <a:bodyPr/>
        <a:lstStyle/>
        <a:p>
          <a:endParaRPr lang="en-US"/>
        </a:p>
      </dgm:t>
    </dgm:pt>
    <dgm:pt modelId="{7EE6E828-C30E-457C-9F4F-812ECA99CDFA}">
      <dgm:prSet/>
      <dgm:spPr/>
      <dgm:t>
        <a:bodyPr/>
        <a:lstStyle/>
        <a:p>
          <a:r>
            <a:rPr lang="en-US" b="1"/>
            <a:t>Expected Output</a:t>
          </a:r>
          <a:endParaRPr lang="en-US"/>
        </a:p>
      </dgm:t>
    </dgm:pt>
    <dgm:pt modelId="{61DAD4F6-96BE-461C-9B5C-46FA0CD76FFE}" type="parTrans" cxnId="{D5545366-0536-45DF-A746-30092578E6B5}">
      <dgm:prSet/>
      <dgm:spPr/>
      <dgm:t>
        <a:bodyPr/>
        <a:lstStyle/>
        <a:p>
          <a:endParaRPr lang="en-US"/>
        </a:p>
      </dgm:t>
    </dgm:pt>
    <dgm:pt modelId="{68B8F905-6E21-4ADF-B550-F25BDAD6655F}" type="sibTrans" cxnId="{D5545366-0536-45DF-A746-30092578E6B5}">
      <dgm:prSet/>
      <dgm:spPr/>
      <dgm:t>
        <a:bodyPr/>
        <a:lstStyle/>
        <a:p>
          <a:endParaRPr lang="en-US"/>
        </a:p>
      </dgm:t>
    </dgm:pt>
    <dgm:pt modelId="{0C990CB8-16E3-4051-91AE-0A0FC9422C55}">
      <dgm:prSet/>
      <dgm:spPr/>
      <dgm:t>
        <a:bodyPr/>
        <a:lstStyle/>
        <a:p>
          <a:r>
            <a:rPr lang="en-US"/>
            <a:t>Final decision (Approved / Rejected / Escalated) </a:t>
          </a:r>
        </a:p>
      </dgm:t>
    </dgm:pt>
    <dgm:pt modelId="{AB7D5760-4D2F-45FE-8D19-BEB3EA40CC43}" type="parTrans" cxnId="{F06899C3-D3C7-432F-BC7B-C1ED34C72A09}">
      <dgm:prSet/>
      <dgm:spPr/>
      <dgm:t>
        <a:bodyPr/>
        <a:lstStyle/>
        <a:p>
          <a:endParaRPr lang="en-US"/>
        </a:p>
      </dgm:t>
    </dgm:pt>
    <dgm:pt modelId="{45C98FDE-9DE7-4E7A-BBBB-1703DA41179E}" type="sibTrans" cxnId="{F06899C3-D3C7-432F-BC7B-C1ED34C72A09}">
      <dgm:prSet/>
      <dgm:spPr/>
      <dgm:t>
        <a:bodyPr/>
        <a:lstStyle/>
        <a:p>
          <a:endParaRPr lang="en-US"/>
        </a:p>
      </dgm:t>
    </dgm:pt>
    <dgm:pt modelId="{EEBDE9EB-61E5-4C96-80AB-B4FAF068E516}">
      <dgm:prSet/>
      <dgm:spPr/>
      <dgm:t>
        <a:bodyPr/>
        <a:lstStyle/>
        <a:p>
          <a:r>
            <a:rPr lang="en-US"/>
            <a:t>Reason for decision </a:t>
          </a:r>
        </a:p>
      </dgm:t>
    </dgm:pt>
    <dgm:pt modelId="{65840B8C-3D9B-4F67-92F6-96282C35FADE}" type="parTrans" cxnId="{70D3D458-6727-4481-B6EC-F5C0F9832898}">
      <dgm:prSet/>
      <dgm:spPr/>
      <dgm:t>
        <a:bodyPr/>
        <a:lstStyle/>
        <a:p>
          <a:endParaRPr lang="en-US"/>
        </a:p>
      </dgm:t>
    </dgm:pt>
    <dgm:pt modelId="{BAD26AEB-9BA5-4D35-BC54-58DF3497B1B4}" type="sibTrans" cxnId="{70D3D458-6727-4481-B6EC-F5C0F9832898}">
      <dgm:prSet/>
      <dgm:spPr/>
      <dgm:t>
        <a:bodyPr/>
        <a:lstStyle/>
        <a:p>
          <a:endParaRPr lang="en-US"/>
        </a:p>
      </dgm:t>
    </dgm:pt>
    <dgm:pt modelId="{BFF0D0C4-3F26-4819-AEEC-D8C4CFD8626E}">
      <dgm:prSet/>
      <dgm:spPr/>
      <dgm:t>
        <a:bodyPr/>
        <a:lstStyle/>
        <a:p>
          <a:r>
            <a:rPr lang="en-US"/>
            <a:t>Email notification to employee and manager</a:t>
          </a:r>
        </a:p>
      </dgm:t>
    </dgm:pt>
    <dgm:pt modelId="{F4372A59-8A01-4023-B1C1-62C81D3B9F74}" type="parTrans" cxnId="{C04CD96D-2A39-4E94-AB2B-4EC8F16E7DA2}">
      <dgm:prSet/>
      <dgm:spPr/>
      <dgm:t>
        <a:bodyPr/>
        <a:lstStyle/>
        <a:p>
          <a:endParaRPr lang="en-US"/>
        </a:p>
      </dgm:t>
    </dgm:pt>
    <dgm:pt modelId="{EC7F4237-5A5A-43A1-8D5E-AFF68AC63A63}" type="sibTrans" cxnId="{C04CD96D-2A39-4E94-AB2B-4EC8F16E7DA2}">
      <dgm:prSet/>
      <dgm:spPr/>
      <dgm:t>
        <a:bodyPr/>
        <a:lstStyle/>
        <a:p>
          <a:endParaRPr lang="en-US"/>
        </a:p>
      </dgm:t>
    </dgm:pt>
    <dgm:pt modelId="{77F66A76-4485-4496-A7F8-E2F6D40DF3BB}" type="pres">
      <dgm:prSet presAssocID="{6A9FD097-41F4-4755-82FE-866359114F2D}" presName="diagram" presStyleCnt="0">
        <dgm:presLayoutVars>
          <dgm:dir/>
          <dgm:resizeHandles val="exact"/>
        </dgm:presLayoutVars>
      </dgm:prSet>
      <dgm:spPr/>
    </dgm:pt>
    <dgm:pt modelId="{A59F7D41-3542-4EAD-84C4-B620ED9985E1}" type="pres">
      <dgm:prSet presAssocID="{C89BFBE3-9DDA-4049-B396-00AD83143BB8}" presName="node" presStyleLbl="node1" presStyleIdx="0" presStyleCnt="14">
        <dgm:presLayoutVars>
          <dgm:bulletEnabled val="1"/>
        </dgm:presLayoutVars>
      </dgm:prSet>
      <dgm:spPr/>
    </dgm:pt>
    <dgm:pt modelId="{E06B9A2F-829B-45D1-99CC-C93FD342D8E9}" type="pres">
      <dgm:prSet presAssocID="{AF4AA1D8-D8BE-4A16-AE7F-16FC03396139}" presName="sibTrans" presStyleCnt="0"/>
      <dgm:spPr/>
    </dgm:pt>
    <dgm:pt modelId="{75D361DC-5552-4FC4-A17E-BB0549316747}" type="pres">
      <dgm:prSet presAssocID="{6931CB61-F910-4A03-9D21-256FA87B4C63}" presName="node" presStyleLbl="node1" presStyleIdx="1" presStyleCnt="14">
        <dgm:presLayoutVars>
          <dgm:bulletEnabled val="1"/>
        </dgm:presLayoutVars>
      </dgm:prSet>
      <dgm:spPr/>
    </dgm:pt>
    <dgm:pt modelId="{D92DE0FE-E350-4398-AFD1-C7AC0FBC6C79}" type="pres">
      <dgm:prSet presAssocID="{29184659-CB76-4A65-A27C-493219DD4AAC}" presName="sibTrans" presStyleCnt="0"/>
      <dgm:spPr/>
    </dgm:pt>
    <dgm:pt modelId="{FA3F6D06-B0C2-44BC-934F-F216FE9B2D7E}" type="pres">
      <dgm:prSet presAssocID="{923A76EC-6D46-443C-8783-3D1ACE22902C}" presName="node" presStyleLbl="node1" presStyleIdx="2" presStyleCnt="14">
        <dgm:presLayoutVars>
          <dgm:bulletEnabled val="1"/>
        </dgm:presLayoutVars>
      </dgm:prSet>
      <dgm:spPr/>
    </dgm:pt>
    <dgm:pt modelId="{413FC3B5-93DC-4E16-BE24-0FEB582428AF}" type="pres">
      <dgm:prSet presAssocID="{113E84E0-AFBB-4BB4-8E24-45ECBCAA116E}" presName="sibTrans" presStyleCnt="0"/>
      <dgm:spPr/>
    </dgm:pt>
    <dgm:pt modelId="{3A124D68-A6BF-4977-BF44-6EFFB1178C13}" type="pres">
      <dgm:prSet presAssocID="{520F118A-F8F1-4070-8632-EB72808B9EB6}" presName="node" presStyleLbl="node1" presStyleIdx="3" presStyleCnt="14">
        <dgm:presLayoutVars>
          <dgm:bulletEnabled val="1"/>
        </dgm:presLayoutVars>
      </dgm:prSet>
      <dgm:spPr/>
    </dgm:pt>
    <dgm:pt modelId="{3C7E1E3E-3873-4714-B916-8617A38ACF52}" type="pres">
      <dgm:prSet presAssocID="{7574679A-B172-41C7-9EAB-466EEFD9D478}" presName="sibTrans" presStyleCnt="0"/>
      <dgm:spPr/>
    </dgm:pt>
    <dgm:pt modelId="{358EFD2F-E9C8-4FB9-B12C-96FC5585FE57}" type="pres">
      <dgm:prSet presAssocID="{B4AA379E-F616-4B0D-BD86-5278B5FAD951}" presName="node" presStyleLbl="node1" presStyleIdx="4" presStyleCnt="14">
        <dgm:presLayoutVars>
          <dgm:bulletEnabled val="1"/>
        </dgm:presLayoutVars>
      </dgm:prSet>
      <dgm:spPr/>
    </dgm:pt>
    <dgm:pt modelId="{B606C0F9-12FC-4DA1-BE44-05DFD29DB0CF}" type="pres">
      <dgm:prSet presAssocID="{6CA6037C-839B-4D11-8912-4A7A5FCD5740}" presName="sibTrans" presStyleCnt="0"/>
      <dgm:spPr/>
    </dgm:pt>
    <dgm:pt modelId="{314808B8-22D2-4DA6-AA3F-6B6430A902AF}" type="pres">
      <dgm:prSet presAssocID="{1F609227-BAA0-4631-8734-4A1FE9952736}" presName="node" presStyleLbl="node1" presStyleIdx="5" presStyleCnt="14">
        <dgm:presLayoutVars>
          <dgm:bulletEnabled val="1"/>
        </dgm:presLayoutVars>
      </dgm:prSet>
      <dgm:spPr/>
    </dgm:pt>
    <dgm:pt modelId="{B80A1269-73F9-450F-8799-C982FBE90763}" type="pres">
      <dgm:prSet presAssocID="{D957F470-D2EB-464C-8435-B2252DB38673}" presName="sibTrans" presStyleCnt="0"/>
      <dgm:spPr/>
    </dgm:pt>
    <dgm:pt modelId="{F556EC9B-D9C4-4172-89C1-509B4FF26A19}" type="pres">
      <dgm:prSet presAssocID="{DA5A10B8-4F89-43DE-A83B-BA4FE7CFC285}" presName="node" presStyleLbl="node1" presStyleIdx="6" presStyleCnt="14">
        <dgm:presLayoutVars>
          <dgm:bulletEnabled val="1"/>
        </dgm:presLayoutVars>
      </dgm:prSet>
      <dgm:spPr/>
    </dgm:pt>
    <dgm:pt modelId="{74C65887-A0E6-4623-9D8A-7C03F5ED0276}" type="pres">
      <dgm:prSet presAssocID="{DD77BDD2-8C8A-4D8E-9ECE-50834F34424C}" presName="sibTrans" presStyleCnt="0"/>
      <dgm:spPr/>
    </dgm:pt>
    <dgm:pt modelId="{4B0F7417-CA52-4F57-BBFB-5ABCD7C8A6B4}" type="pres">
      <dgm:prSet presAssocID="{8AAA92A5-8352-4ECC-AB13-9D1524DB648F}" presName="node" presStyleLbl="node1" presStyleIdx="7" presStyleCnt="14">
        <dgm:presLayoutVars>
          <dgm:bulletEnabled val="1"/>
        </dgm:presLayoutVars>
      </dgm:prSet>
      <dgm:spPr/>
    </dgm:pt>
    <dgm:pt modelId="{BBD523DD-FC02-483C-8FD2-17CC88635BF4}" type="pres">
      <dgm:prSet presAssocID="{8CE8118F-ACA2-49AB-B9F7-4C715C2443E2}" presName="sibTrans" presStyleCnt="0"/>
      <dgm:spPr/>
    </dgm:pt>
    <dgm:pt modelId="{F36651A5-5B8B-4662-8982-E43CEDD4478D}" type="pres">
      <dgm:prSet presAssocID="{401A1ECF-980A-422E-9B45-972FE71C351D}" presName="node" presStyleLbl="node1" presStyleIdx="8" presStyleCnt="14">
        <dgm:presLayoutVars>
          <dgm:bulletEnabled val="1"/>
        </dgm:presLayoutVars>
      </dgm:prSet>
      <dgm:spPr/>
    </dgm:pt>
    <dgm:pt modelId="{0EBA527F-F213-4E67-BA3D-80D6433C5575}" type="pres">
      <dgm:prSet presAssocID="{182B9BB2-A210-4529-B2F9-F3D617E344DE}" presName="sibTrans" presStyleCnt="0"/>
      <dgm:spPr/>
    </dgm:pt>
    <dgm:pt modelId="{321819C1-472C-4CC4-B237-F3AAB3A4E38A}" type="pres">
      <dgm:prSet presAssocID="{FA078AFF-C632-464C-97F1-9A791519E222}" presName="node" presStyleLbl="node1" presStyleIdx="9" presStyleCnt="14">
        <dgm:presLayoutVars>
          <dgm:bulletEnabled val="1"/>
        </dgm:presLayoutVars>
      </dgm:prSet>
      <dgm:spPr/>
    </dgm:pt>
    <dgm:pt modelId="{A680D8B1-94E7-43C0-A7EE-B084EF1E92CF}" type="pres">
      <dgm:prSet presAssocID="{139A0020-91F9-45B4-9458-54EABA9A63A9}" presName="sibTrans" presStyleCnt="0"/>
      <dgm:spPr/>
    </dgm:pt>
    <dgm:pt modelId="{C392E65C-E49F-4044-A7A0-5D673982E012}" type="pres">
      <dgm:prSet presAssocID="{7EE6E828-C30E-457C-9F4F-812ECA99CDFA}" presName="node" presStyleLbl="node1" presStyleIdx="10" presStyleCnt="14">
        <dgm:presLayoutVars>
          <dgm:bulletEnabled val="1"/>
        </dgm:presLayoutVars>
      </dgm:prSet>
      <dgm:spPr/>
    </dgm:pt>
    <dgm:pt modelId="{12C43C33-9683-4178-BF64-5252AB7B6465}" type="pres">
      <dgm:prSet presAssocID="{68B8F905-6E21-4ADF-B550-F25BDAD6655F}" presName="sibTrans" presStyleCnt="0"/>
      <dgm:spPr/>
    </dgm:pt>
    <dgm:pt modelId="{6B77322D-BC11-40BE-87E5-B9C03CF38D18}" type="pres">
      <dgm:prSet presAssocID="{0C990CB8-16E3-4051-91AE-0A0FC9422C55}" presName="node" presStyleLbl="node1" presStyleIdx="11" presStyleCnt="14">
        <dgm:presLayoutVars>
          <dgm:bulletEnabled val="1"/>
        </dgm:presLayoutVars>
      </dgm:prSet>
      <dgm:spPr/>
    </dgm:pt>
    <dgm:pt modelId="{58DE5372-4A90-483B-B4D5-06C18DAD4CBF}" type="pres">
      <dgm:prSet presAssocID="{45C98FDE-9DE7-4E7A-BBBB-1703DA41179E}" presName="sibTrans" presStyleCnt="0"/>
      <dgm:spPr/>
    </dgm:pt>
    <dgm:pt modelId="{A62D6A2C-B423-4D89-9C0B-CB2B42265F55}" type="pres">
      <dgm:prSet presAssocID="{EEBDE9EB-61E5-4C96-80AB-B4FAF068E516}" presName="node" presStyleLbl="node1" presStyleIdx="12" presStyleCnt="14">
        <dgm:presLayoutVars>
          <dgm:bulletEnabled val="1"/>
        </dgm:presLayoutVars>
      </dgm:prSet>
      <dgm:spPr/>
    </dgm:pt>
    <dgm:pt modelId="{E13D367A-C2CB-4FA3-9EA2-1B1AEE47AEE5}" type="pres">
      <dgm:prSet presAssocID="{BAD26AEB-9BA5-4D35-BC54-58DF3497B1B4}" presName="sibTrans" presStyleCnt="0"/>
      <dgm:spPr/>
    </dgm:pt>
    <dgm:pt modelId="{9EA2DDE7-6EB3-4071-B29F-615985511E0B}" type="pres">
      <dgm:prSet presAssocID="{BFF0D0C4-3F26-4819-AEEC-D8C4CFD8626E}" presName="node" presStyleLbl="node1" presStyleIdx="13" presStyleCnt="14">
        <dgm:presLayoutVars>
          <dgm:bulletEnabled val="1"/>
        </dgm:presLayoutVars>
      </dgm:prSet>
      <dgm:spPr/>
    </dgm:pt>
  </dgm:ptLst>
  <dgm:cxnLst>
    <dgm:cxn modelId="{901B8022-753B-430E-A7ED-35D97A619ECF}" srcId="{6A9FD097-41F4-4755-82FE-866359114F2D}" destId="{1F609227-BAA0-4631-8734-4A1FE9952736}" srcOrd="5" destOrd="0" parTransId="{5DC9FC70-5A41-410B-BE89-77FC2EE202E8}" sibTransId="{D957F470-D2EB-464C-8435-B2252DB38673}"/>
    <dgm:cxn modelId="{AAFF6E26-BC59-4888-A5CB-26B4EBB98AAA}" type="presOf" srcId="{BFF0D0C4-3F26-4819-AEEC-D8C4CFD8626E}" destId="{9EA2DDE7-6EB3-4071-B29F-615985511E0B}" srcOrd="0" destOrd="0" presId="urn:microsoft.com/office/officeart/2005/8/layout/default"/>
    <dgm:cxn modelId="{19A44A27-23A1-4ED7-B256-DAB1F2768735}" type="presOf" srcId="{7EE6E828-C30E-457C-9F4F-812ECA99CDFA}" destId="{C392E65C-E49F-4044-A7A0-5D673982E012}" srcOrd="0" destOrd="0" presId="urn:microsoft.com/office/officeart/2005/8/layout/default"/>
    <dgm:cxn modelId="{E5129F36-A57F-45A1-B7C0-0C4D2FB7040E}" srcId="{6A9FD097-41F4-4755-82FE-866359114F2D}" destId="{401A1ECF-980A-422E-9B45-972FE71C351D}" srcOrd="8" destOrd="0" parTransId="{44FE9A96-317F-48AF-9C0A-79DE38F7B099}" sibTransId="{182B9BB2-A210-4529-B2F9-F3D617E344DE}"/>
    <dgm:cxn modelId="{FBBF6739-3261-4B1D-83CB-D7398854D190}" type="presOf" srcId="{401A1ECF-980A-422E-9B45-972FE71C351D}" destId="{F36651A5-5B8B-4662-8982-E43CEDD4478D}" srcOrd="0" destOrd="0" presId="urn:microsoft.com/office/officeart/2005/8/layout/default"/>
    <dgm:cxn modelId="{9AEC413D-8097-4A07-B628-FCF6CADBB4DA}" srcId="{6A9FD097-41F4-4755-82FE-866359114F2D}" destId="{B4AA379E-F616-4B0D-BD86-5278B5FAD951}" srcOrd="4" destOrd="0" parTransId="{9E49188F-60CF-440D-A218-3DD8329CE5A2}" sibTransId="{6CA6037C-839B-4D11-8912-4A7A5FCD5740}"/>
    <dgm:cxn modelId="{E1342B46-8034-4A0D-999B-798B4CA2111E}" type="presOf" srcId="{923A76EC-6D46-443C-8783-3D1ACE22902C}" destId="{FA3F6D06-B0C2-44BC-934F-F216FE9B2D7E}" srcOrd="0" destOrd="0" presId="urn:microsoft.com/office/officeart/2005/8/layout/default"/>
    <dgm:cxn modelId="{D5545366-0536-45DF-A746-30092578E6B5}" srcId="{6A9FD097-41F4-4755-82FE-866359114F2D}" destId="{7EE6E828-C30E-457C-9F4F-812ECA99CDFA}" srcOrd="10" destOrd="0" parTransId="{61DAD4F6-96BE-461C-9B5C-46FA0CD76FFE}" sibTransId="{68B8F905-6E21-4ADF-B550-F25BDAD6655F}"/>
    <dgm:cxn modelId="{32738D49-F7AF-47FF-812C-8E4E2A2EFE85}" srcId="{6A9FD097-41F4-4755-82FE-866359114F2D}" destId="{FA078AFF-C632-464C-97F1-9A791519E222}" srcOrd="9" destOrd="0" parTransId="{C716F14E-CC2A-410C-BDB3-10E34D64D196}" sibTransId="{139A0020-91F9-45B4-9458-54EABA9A63A9}"/>
    <dgm:cxn modelId="{6A3B9B6B-9452-4AA9-9988-1C867094A319}" type="presOf" srcId="{DA5A10B8-4F89-43DE-A83B-BA4FE7CFC285}" destId="{F556EC9B-D9C4-4172-89C1-509B4FF26A19}" srcOrd="0" destOrd="0" presId="urn:microsoft.com/office/officeart/2005/8/layout/default"/>
    <dgm:cxn modelId="{566A664C-7B56-4C9B-AAC1-8F673750EFAC}" type="presOf" srcId="{FA078AFF-C632-464C-97F1-9A791519E222}" destId="{321819C1-472C-4CC4-B237-F3AAB3A4E38A}" srcOrd="0" destOrd="0" presId="urn:microsoft.com/office/officeart/2005/8/layout/default"/>
    <dgm:cxn modelId="{2A03084D-ADCC-418C-946E-A42069ECA1F4}" srcId="{6A9FD097-41F4-4755-82FE-866359114F2D}" destId="{8AAA92A5-8352-4ECC-AB13-9D1524DB648F}" srcOrd="7" destOrd="0" parTransId="{49335D96-C686-46E9-8278-8EAA624ABEF8}" sibTransId="{8CE8118F-ACA2-49AB-B9F7-4C715C2443E2}"/>
    <dgm:cxn modelId="{C04CD96D-2A39-4E94-AB2B-4EC8F16E7DA2}" srcId="{6A9FD097-41F4-4755-82FE-866359114F2D}" destId="{BFF0D0C4-3F26-4819-AEEC-D8C4CFD8626E}" srcOrd="13" destOrd="0" parTransId="{F4372A59-8A01-4023-B1C1-62C81D3B9F74}" sibTransId="{EC7F4237-5A5A-43A1-8D5E-AFF68AC63A63}"/>
    <dgm:cxn modelId="{E1ED1570-BDD9-498F-A484-7F668A97BA5C}" type="presOf" srcId="{8AAA92A5-8352-4ECC-AB13-9D1524DB648F}" destId="{4B0F7417-CA52-4F57-BBFB-5ABCD7C8A6B4}" srcOrd="0" destOrd="0" presId="urn:microsoft.com/office/officeart/2005/8/layout/default"/>
    <dgm:cxn modelId="{10A8E374-6DB6-4223-A9B0-0D9EE68E324B}" srcId="{6A9FD097-41F4-4755-82FE-866359114F2D}" destId="{C89BFBE3-9DDA-4049-B396-00AD83143BB8}" srcOrd="0" destOrd="0" parTransId="{58675E9B-1A9F-4149-B1A1-765EFAAFFC07}" sibTransId="{AF4AA1D8-D8BE-4A16-AE7F-16FC03396139}"/>
    <dgm:cxn modelId="{F4A4DE57-DF1F-43C3-BB90-631476324F05}" type="presOf" srcId="{520F118A-F8F1-4070-8632-EB72808B9EB6}" destId="{3A124D68-A6BF-4977-BF44-6EFFB1178C13}" srcOrd="0" destOrd="0" presId="urn:microsoft.com/office/officeart/2005/8/layout/default"/>
    <dgm:cxn modelId="{70D3D458-6727-4481-B6EC-F5C0F9832898}" srcId="{6A9FD097-41F4-4755-82FE-866359114F2D}" destId="{EEBDE9EB-61E5-4C96-80AB-B4FAF068E516}" srcOrd="12" destOrd="0" parTransId="{65840B8C-3D9B-4F67-92F6-96282C35FADE}" sibTransId="{BAD26AEB-9BA5-4D35-BC54-58DF3497B1B4}"/>
    <dgm:cxn modelId="{5115587B-9528-44C4-81EB-55BE8420D63A}" type="presOf" srcId="{B4AA379E-F616-4B0D-BD86-5278B5FAD951}" destId="{358EFD2F-E9C8-4FB9-B12C-96FC5585FE57}" srcOrd="0" destOrd="0" presId="urn:microsoft.com/office/officeart/2005/8/layout/default"/>
    <dgm:cxn modelId="{777A0785-EBE7-4963-9935-3A5CFA3BB4D0}" type="presOf" srcId="{C89BFBE3-9DDA-4049-B396-00AD83143BB8}" destId="{A59F7D41-3542-4EAD-84C4-B620ED9985E1}" srcOrd="0" destOrd="0" presId="urn:microsoft.com/office/officeart/2005/8/layout/default"/>
    <dgm:cxn modelId="{EC2BCCA9-EDF8-4261-87EF-0B8DD9156EC6}" type="presOf" srcId="{1F609227-BAA0-4631-8734-4A1FE9952736}" destId="{314808B8-22D2-4DA6-AA3F-6B6430A902AF}" srcOrd="0" destOrd="0" presId="urn:microsoft.com/office/officeart/2005/8/layout/default"/>
    <dgm:cxn modelId="{B44130B8-C737-41D2-A4DD-2477CB1352E1}" type="presOf" srcId="{0C990CB8-16E3-4051-91AE-0A0FC9422C55}" destId="{6B77322D-BC11-40BE-87E5-B9C03CF38D18}" srcOrd="0" destOrd="0" presId="urn:microsoft.com/office/officeart/2005/8/layout/default"/>
    <dgm:cxn modelId="{68A54ABD-09B7-48F7-A582-01EB81B4DCAF}" type="presOf" srcId="{6931CB61-F910-4A03-9D21-256FA87B4C63}" destId="{75D361DC-5552-4FC4-A17E-BB0549316747}" srcOrd="0" destOrd="0" presId="urn:microsoft.com/office/officeart/2005/8/layout/default"/>
    <dgm:cxn modelId="{F06899C3-D3C7-432F-BC7B-C1ED34C72A09}" srcId="{6A9FD097-41F4-4755-82FE-866359114F2D}" destId="{0C990CB8-16E3-4051-91AE-0A0FC9422C55}" srcOrd="11" destOrd="0" parTransId="{AB7D5760-4D2F-45FE-8D19-BEB3EA40CC43}" sibTransId="{45C98FDE-9DE7-4E7A-BBBB-1703DA41179E}"/>
    <dgm:cxn modelId="{8645AEE0-E4C0-4357-A253-381517D32FBF}" type="presOf" srcId="{EEBDE9EB-61E5-4C96-80AB-B4FAF068E516}" destId="{A62D6A2C-B423-4D89-9C0B-CB2B42265F55}" srcOrd="0" destOrd="0" presId="urn:microsoft.com/office/officeart/2005/8/layout/default"/>
    <dgm:cxn modelId="{243FFBE5-9E24-4E50-97B6-C870B693A766}" srcId="{6A9FD097-41F4-4755-82FE-866359114F2D}" destId="{923A76EC-6D46-443C-8783-3D1ACE22902C}" srcOrd="2" destOrd="0" parTransId="{CE68A991-D248-414B-9DF4-6E4BCF837514}" sibTransId="{113E84E0-AFBB-4BB4-8E24-45ECBCAA116E}"/>
    <dgm:cxn modelId="{A96D0FEB-14B5-44BB-8DC3-AE55A993D2FC}" srcId="{6A9FD097-41F4-4755-82FE-866359114F2D}" destId="{DA5A10B8-4F89-43DE-A83B-BA4FE7CFC285}" srcOrd="6" destOrd="0" parTransId="{5D579593-896A-4EF0-8DCA-6A6905E682B2}" sibTransId="{DD77BDD2-8C8A-4D8E-9ECE-50834F34424C}"/>
    <dgm:cxn modelId="{FCBE2DF0-F01A-4B3C-916D-6290D61DA192}" type="presOf" srcId="{6A9FD097-41F4-4755-82FE-866359114F2D}" destId="{77F66A76-4485-4496-A7F8-E2F6D40DF3BB}" srcOrd="0" destOrd="0" presId="urn:microsoft.com/office/officeart/2005/8/layout/default"/>
    <dgm:cxn modelId="{44619AF4-8CCF-427D-85AE-0B93D38F1F3A}" srcId="{6A9FD097-41F4-4755-82FE-866359114F2D}" destId="{6931CB61-F910-4A03-9D21-256FA87B4C63}" srcOrd="1" destOrd="0" parTransId="{FB67194A-04F5-42A2-B15A-8A6004A39A31}" sibTransId="{29184659-CB76-4A65-A27C-493219DD4AAC}"/>
    <dgm:cxn modelId="{DA46DEF4-47D3-4F0F-A0AF-EC43F9057C3C}" srcId="{6A9FD097-41F4-4755-82FE-866359114F2D}" destId="{520F118A-F8F1-4070-8632-EB72808B9EB6}" srcOrd="3" destOrd="0" parTransId="{13434A7D-A053-496E-9A69-457B20B3E557}" sibTransId="{7574679A-B172-41C7-9EAB-466EEFD9D478}"/>
    <dgm:cxn modelId="{44AF068C-05FD-4B53-8C5A-B0085E7B6CBE}" type="presParOf" srcId="{77F66A76-4485-4496-A7F8-E2F6D40DF3BB}" destId="{A59F7D41-3542-4EAD-84C4-B620ED9985E1}" srcOrd="0" destOrd="0" presId="urn:microsoft.com/office/officeart/2005/8/layout/default"/>
    <dgm:cxn modelId="{E142A3D7-9771-473E-9D7A-D656BC4B58F0}" type="presParOf" srcId="{77F66A76-4485-4496-A7F8-E2F6D40DF3BB}" destId="{E06B9A2F-829B-45D1-99CC-C93FD342D8E9}" srcOrd="1" destOrd="0" presId="urn:microsoft.com/office/officeart/2005/8/layout/default"/>
    <dgm:cxn modelId="{CD8A6FB4-F9E6-4CE4-8184-1199F40A81DF}" type="presParOf" srcId="{77F66A76-4485-4496-A7F8-E2F6D40DF3BB}" destId="{75D361DC-5552-4FC4-A17E-BB0549316747}" srcOrd="2" destOrd="0" presId="urn:microsoft.com/office/officeart/2005/8/layout/default"/>
    <dgm:cxn modelId="{CADC16AE-637F-4221-9F73-EFCB1F768D2C}" type="presParOf" srcId="{77F66A76-4485-4496-A7F8-E2F6D40DF3BB}" destId="{D92DE0FE-E350-4398-AFD1-C7AC0FBC6C79}" srcOrd="3" destOrd="0" presId="urn:microsoft.com/office/officeart/2005/8/layout/default"/>
    <dgm:cxn modelId="{D32B533C-B845-445A-9377-A4DE737DE1A7}" type="presParOf" srcId="{77F66A76-4485-4496-A7F8-E2F6D40DF3BB}" destId="{FA3F6D06-B0C2-44BC-934F-F216FE9B2D7E}" srcOrd="4" destOrd="0" presId="urn:microsoft.com/office/officeart/2005/8/layout/default"/>
    <dgm:cxn modelId="{37955411-AFA4-47A5-8F03-478434368F7F}" type="presParOf" srcId="{77F66A76-4485-4496-A7F8-E2F6D40DF3BB}" destId="{413FC3B5-93DC-4E16-BE24-0FEB582428AF}" srcOrd="5" destOrd="0" presId="urn:microsoft.com/office/officeart/2005/8/layout/default"/>
    <dgm:cxn modelId="{BBB1372A-5B50-4081-9E01-353DF487046A}" type="presParOf" srcId="{77F66A76-4485-4496-A7F8-E2F6D40DF3BB}" destId="{3A124D68-A6BF-4977-BF44-6EFFB1178C13}" srcOrd="6" destOrd="0" presId="urn:microsoft.com/office/officeart/2005/8/layout/default"/>
    <dgm:cxn modelId="{CB1E175A-494B-48B3-80ED-754C119160CE}" type="presParOf" srcId="{77F66A76-4485-4496-A7F8-E2F6D40DF3BB}" destId="{3C7E1E3E-3873-4714-B916-8617A38ACF52}" srcOrd="7" destOrd="0" presId="urn:microsoft.com/office/officeart/2005/8/layout/default"/>
    <dgm:cxn modelId="{E5A87DFA-A20B-4FF0-B8E9-ED033B0E463B}" type="presParOf" srcId="{77F66A76-4485-4496-A7F8-E2F6D40DF3BB}" destId="{358EFD2F-E9C8-4FB9-B12C-96FC5585FE57}" srcOrd="8" destOrd="0" presId="urn:microsoft.com/office/officeart/2005/8/layout/default"/>
    <dgm:cxn modelId="{BCA886F5-9C93-4E56-BE27-8DE040C0A161}" type="presParOf" srcId="{77F66A76-4485-4496-A7F8-E2F6D40DF3BB}" destId="{B606C0F9-12FC-4DA1-BE44-05DFD29DB0CF}" srcOrd="9" destOrd="0" presId="urn:microsoft.com/office/officeart/2005/8/layout/default"/>
    <dgm:cxn modelId="{C2053A20-6516-4B80-8FE7-FBD93A2A0EC0}" type="presParOf" srcId="{77F66A76-4485-4496-A7F8-E2F6D40DF3BB}" destId="{314808B8-22D2-4DA6-AA3F-6B6430A902AF}" srcOrd="10" destOrd="0" presId="urn:microsoft.com/office/officeart/2005/8/layout/default"/>
    <dgm:cxn modelId="{4FB7C506-9603-4242-9C55-1675DF9B6DC6}" type="presParOf" srcId="{77F66A76-4485-4496-A7F8-E2F6D40DF3BB}" destId="{B80A1269-73F9-450F-8799-C982FBE90763}" srcOrd="11" destOrd="0" presId="urn:microsoft.com/office/officeart/2005/8/layout/default"/>
    <dgm:cxn modelId="{07D4BF93-9002-4F4B-966E-DFAD79BD2F9A}" type="presParOf" srcId="{77F66A76-4485-4496-A7F8-E2F6D40DF3BB}" destId="{F556EC9B-D9C4-4172-89C1-509B4FF26A19}" srcOrd="12" destOrd="0" presId="urn:microsoft.com/office/officeart/2005/8/layout/default"/>
    <dgm:cxn modelId="{4D23BEC3-6978-43E2-B8A5-1395F5E71D47}" type="presParOf" srcId="{77F66A76-4485-4496-A7F8-E2F6D40DF3BB}" destId="{74C65887-A0E6-4623-9D8A-7C03F5ED0276}" srcOrd="13" destOrd="0" presId="urn:microsoft.com/office/officeart/2005/8/layout/default"/>
    <dgm:cxn modelId="{17875C03-6890-4C22-91C3-02BB0F9074F8}" type="presParOf" srcId="{77F66A76-4485-4496-A7F8-E2F6D40DF3BB}" destId="{4B0F7417-CA52-4F57-BBFB-5ABCD7C8A6B4}" srcOrd="14" destOrd="0" presId="urn:microsoft.com/office/officeart/2005/8/layout/default"/>
    <dgm:cxn modelId="{F92643CC-C835-4FB5-A3F2-16BE45FAF9D2}" type="presParOf" srcId="{77F66A76-4485-4496-A7F8-E2F6D40DF3BB}" destId="{BBD523DD-FC02-483C-8FD2-17CC88635BF4}" srcOrd="15" destOrd="0" presId="urn:microsoft.com/office/officeart/2005/8/layout/default"/>
    <dgm:cxn modelId="{50EDB1DD-733F-4D10-950B-327CD0C8C51B}" type="presParOf" srcId="{77F66A76-4485-4496-A7F8-E2F6D40DF3BB}" destId="{F36651A5-5B8B-4662-8982-E43CEDD4478D}" srcOrd="16" destOrd="0" presId="urn:microsoft.com/office/officeart/2005/8/layout/default"/>
    <dgm:cxn modelId="{40A2C609-1689-4E12-96AD-28747154CDF5}" type="presParOf" srcId="{77F66A76-4485-4496-A7F8-E2F6D40DF3BB}" destId="{0EBA527F-F213-4E67-BA3D-80D6433C5575}" srcOrd="17" destOrd="0" presId="urn:microsoft.com/office/officeart/2005/8/layout/default"/>
    <dgm:cxn modelId="{878AADF1-19BA-49FF-AA8F-E82B43D75136}" type="presParOf" srcId="{77F66A76-4485-4496-A7F8-E2F6D40DF3BB}" destId="{321819C1-472C-4CC4-B237-F3AAB3A4E38A}" srcOrd="18" destOrd="0" presId="urn:microsoft.com/office/officeart/2005/8/layout/default"/>
    <dgm:cxn modelId="{3EC2334C-C141-4F5F-B323-0A21E375C1BE}" type="presParOf" srcId="{77F66A76-4485-4496-A7F8-E2F6D40DF3BB}" destId="{A680D8B1-94E7-43C0-A7EE-B084EF1E92CF}" srcOrd="19" destOrd="0" presId="urn:microsoft.com/office/officeart/2005/8/layout/default"/>
    <dgm:cxn modelId="{E330D539-28FA-4AB4-9C92-BB95F66DE341}" type="presParOf" srcId="{77F66A76-4485-4496-A7F8-E2F6D40DF3BB}" destId="{C392E65C-E49F-4044-A7A0-5D673982E012}" srcOrd="20" destOrd="0" presId="urn:microsoft.com/office/officeart/2005/8/layout/default"/>
    <dgm:cxn modelId="{7AE055E4-7A96-44FF-9601-10A862A85AAB}" type="presParOf" srcId="{77F66A76-4485-4496-A7F8-E2F6D40DF3BB}" destId="{12C43C33-9683-4178-BF64-5252AB7B6465}" srcOrd="21" destOrd="0" presId="urn:microsoft.com/office/officeart/2005/8/layout/default"/>
    <dgm:cxn modelId="{A0993256-4764-4A63-A0C2-CCA8085D560A}" type="presParOf" srcId="{77F66A76-4485-4496-A7F8-E2F6D40DF3BB}" destId="{6B77322D-BC11-40BE-87E5-B9C03CF38D18}" srcOrd="22" destOrd="0" presId="urn:microsoft.com/office/officeart/2005/8/layout/default"/>
    <dgm:cxn modelId="{A1E5FCD7-E8DE-4F87-9122-8E63B4401424}" type="presParOf" srcId="{77F66A76-4485-4496-A7F8-E2F6D40DF3BB}" destId="{58DE5372-4A90-483B-B4D5-06C18DAD4CBF}" srcOrd="23" destOrd="0" presId="urn:microsoft.com/office/officeart/2005/8/layout/default"/>
    <dgm:cxn modelId="{3A73A95C-084B-4D01-9574-BAC1A17181DE}" type="presParOf" srcId="{77F66A76-4485-4496-A7F8-E2F6D40DF3BB}" destId="{A62D6A2C-B423-4D89-9C0B-CB2B42265F55}" srcOrd="24" destOrd="0" presId="urn:microsoft.com/office/officeart/2005/8/layout/default"/>
    <dgm:cxn modelId="{A58D48AB-7BB1-4FA5-9E18-B001647375BD}" type="presParOf" srcId="{77F66A76-4485-4496-A7F8-E2F6D40DF3BB}" destId="{E13D367A-C2CB-4FA3-9EA2-1B1AEE47AEE5}" srcOrd="25" destOrd="0" presId="urn:microsoft.com/office/officeart/2005/8/layout/default"/>
    <dgm:cxn modelId="{38CC3605-4349-4855-A117-84E733FDD17C}" type="presParOf" srcId="{77F66A76-4485-4496-A7F8-E2F6D40DF3BB}" destId="{9EA2DDE7-6EB3-4071-B29F-615985511E0B}" srcOrd="2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6BC3FE-D27A-4F88-8AF2-61BF76FC1071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E241110-C5EB-4F2B-86A6-74AC10BE1441}">
      <dgm:prSet/>
      <dgm:spPr/>
      <dgm:t>
        <a:bodyPr/>
        <a:lstStyle/>
        <a:p>
          <a:r>
            <a:rPr lang="en-US"/>
            <a:t>Used </a:t>
          </a:r>
          <a:r>
            <a:rPr lang="en-US" b="1"/>
            <a:t>Azure Durable Functions</a:t>
          </a:r>
          <a:r>
            <a:rPr lang="en-US"/>
            <a:t> to manage long-running workflows </a:t>
          </a:r>
        </a:p>
      </dgm:t>
    </dgm:pt>
    <dgm:pt modelId="{15C46C92-B8E5-4681-90E9-25148D1F1752}" type="parTrans" cxnId="{C01859B7-01BE-4004-8580-524CEC3532B3}">
      <dgm:prSet/>
      <dgm:spPr/>
      <dgm:t>
        <a:bodyPr/>
        <a:lstStyle/>
        <a:p>
          <a:endParaRPr lang="en-US"/>
        </a:p>
      </dgm:t>
    </dgm:pt>
    <dgm:pt modelId="{3CD8CF4C-4152-4958-94DD-7BA248FD8D62}" type="sibTrans" cxnId="{C01859B7-01BE-4004-8580-524CEC3532B3}">
      <dgm:prSet/>
      <dgm:spPr/>
      <dgm:t>
        <a:bodyPr/>
        <a:lstStyle/>
        <a:p>
          <a:endParaRPr lang="en-US"/>
        </a:p>
      </dgm:t>
    </dgm:pt>
    <dgm:pt modelId="{64DF97AD-F2F5-451F-AA73-EF9537C1601B}">
      <dgm:prSet/>
      <dgm:spPr/>
      <dgm:t>
        <a:bodyPr/>
        <a:lstStyle/>
        <a:p>
          <a:r>
            <a:rPr lang="en-US"/>
            <a:t>Implemented </a:t>
          </a:r>
          <a:r>
            <a:rPr lang="en-US" b="1"/>
            <a:t>Orchestrator Function</a:t>
          </a:r>
          <a:r>
            <a:rPr lang="en-US"/>
            <a:t> to control the entire approval process </a:t>
          </a:r>
        </a:p>
      </dgm:t>
    </dgm:pt>
    <dgm:pt modelId="{2F3F8A63-BE51-4CD4-91DE-0829FFA0CC7F}" type="parTrans" cxnId="{1290709A-440F-42D4-85FC-D38F3E85EE63}">
      <dgm:prSet/>
      <dgm:spPr/>
      <dgm:t>
        <a:bodyPr/>
        <a:lstStyle/>
        <a:p>
          <a:endParaRPr lang="en-US"/>
        </a:p>
      </dgm:t>
    </dgm:pt>
    <dgm:pt modelId="{8ED6B8A8-CCDA-4117-AA56-ABA7A4E56C9F}" type="sibTrans" cxnId="{1290709A-440F-42D4-85FC-D38F3E85EE63}">
      <dgm:prSet/>
      <dgm:spPr/>
      <dgm:t>
        <a:bodyPr/>
        <a:lstStyle/>
        <a:p>
          <a:endParaRPr lang="en-US"/>
        </a:p>
      </dgm:t>
    </dgm:pt>
    <dgm:pt modelId="{295A125D-4B02-42B4-98DE-6C2131C68A85}">
      <dgm:prSet/>
      <dgm:spPr/>
      <dgm:t>
        <a:bodyPr/>
        <a:lstStyle/>
        <a:p>
          <a:r>
            <a:rPr lang="en-US"/>
            <a:t>Separated logic into </a:t>
          </a:r>
          <a:r>
            <a:rPr lang="en-US" b="1"/>
            <a:t>Activity Functions</a:t>
          </a:r>
          <a:r>
            <a:rPr lang="en-US"/>
            <a:t> (validation, email, status updates) </a:t>
          </a:r>
        </a:p>
      </dgm:t>
    </dgm:pt>
    <dgm:pt modelId="{A052D5FA-F16D-48C7-B4EA-DAA9CB938153}" type="parTrans" cxnId="{816C59DD-C48A-466E-B8BF-17F168B7AF98}">
      <dgm:prSet/>
      <dgm:spPr/>
      <dgm:t>
        <a:bodyPr/>
        <a:lstStyle/>
        <a:p>
          <a:endParaRPr lang="en-US"/>
        </a:p>
      </dgm:t>
    </dgm:pt>
    <dgm:pt modelId="{85425E51-DF05-4321-AFBC-CA44D13E8596}" type="sibTrans" cxnId="{816C59DD-C48A-466E-B8BF-17F168B7AF98}">
      <dgm:prSet/>
      <dgm:spPr/>
      <dgm:t>
        <a:bodyPr/>
        <a:lstStyle/>
        <a:p>
          <a:endParaRPr lang="en-US"/>
        </a:p>
      </dgm:t>
    </dgm:pt>
    <dgm:pt modelId="{FA866FDD-8339-484B-A25D-A09792C4E457}">
      <dgm:prSet/>
      <dgm:spPr/>
      <dgm:t>
        <a:bodyPr/>
        <a:lstStyle/>
        <a:p>
          <a:r>
            <a:rPr lang="en-US"/>
            <a:t>Used </a:t>
          </a:r>
          <a:r>
            <a:rPr lang="en-US" b="1"/>
            <a:t>Durable Timer</a:t>
          </a:r>
          <a:r>
            <a:rPr lang="en-US"/>
            <a:t> to handle manager response timeout </a:t>
          </a:r>
        </a:p>
      </dgm:t>
    </dgm:pt>
    <dgm:pt modelId="{82512D4F-C44F-4418-89EE-2D7997176C03}" type="parTrans" cxnId="{F3195E2E-0E67-4708-80FC-D15B17B40D01}">
      <dgm:prSet/>
      <dgm:spPr/>
      <dgm:t>
        <a:bodyPr/>
        <a:lstStyle/>
        <a:p>
          <a:endParaRPr lang="en-US"/>
        </a:p>
      </dgm:t>
    </dgm:pt>
    <dgm:pt modelId="{D1102B65-813B-4172-956E-698596FF8444}" type="sibTrans" cxnId="{F3195E2E-0E67-4708-80FC-D15B17B40D01}">
      <dgm:prSet/>
      <dgm:spPr/>
      <dgm:t>
        <a:bodyPr/>
        <a:lstStyle/>
        <a:p>
          <a:endParaRPr lang="en-US"/>
        </a:p>
      </dgm:t>
    </dgm:pt>
    <dgm:pt modelId="{46448628-BFB5-41AB-A4E2-7D9D65B44674}">
      <dgm:prSet/>
      <dgm:spPr/>
      <dgm:t>
        <a:bodyPr/>
        <a:lstStyle/>
        <a:p>
          <a:r>
            <a:rPr lang="en-US"/>
            <a:t>Maintained workflow state automatically using </a:t>
          </a:r>
          <a:r>
            <a:rPr lang="en-US" b="1"/>
            <a:t>Durable Function state management</a:t>
          </a:r>
          <a:endParaRPr lang="en-US"/>
        </a:p>
      </dgm:t>
    </dgm:pt>
    <dgm:pt modelId="{A80C134A-DF26-45EE-90A4-AAF3E82E1433}" type="parTrans" cxnId="{BFDFDA99-8792-4189-BD54-2D09F88A9A4A}">
      <dgm:prSet/>
      <dgm:spPr/>
      <dgm:t>
        <a:bodyPr/>
        <a:lstStyle/>
        <a:p>
          <a:endParaRPr lang="en-US"/>
        </a:p>
      </dgm:t>
    </dgm:pt>
    <dgm:pt modelId="{70CE6134-7AD7-4A14-9355-504B1A55B408}" type="sibTrans" cxnId="{BFDFDA99-8792-4189-BD54-2D09F88A9A4A}">
      <dgm:prSet/>
      <dgm:spPr/>
      <dgm:t>
        <a:bodyPr/>
        <a:lstStyle/>
        <a:p>
          <a:endParaRPr lang="en-US"/>
        </a:p>
      </dgm:t>
    </dgm:pt>
    <dgm:pt modelId="{E6D05470-AC6C-4B0F-98A7-E5D8A65EACBB}" type="pres">
      <dgm:prSet presAssocID="{116BC3FE-D27A-4F88-8AF2-61BF76FC1071}" presName="outerComposite" presStyleCnt="0">
        <dgm:presLayoutVars>
          <dgm:chMax val="5"/>
          <dgm:dir/>
          <dgm:resizeHandles val="exact"/>
        </dgm:presLayoutVars>
      </dgm:prSet>
      <dgm:spPr/>
    </dgm:pt>
    <dgm:pt modelId="{D71BF56E-BA85-4F65-B184-0D299F091E4F}" type="pres">
      <dgm:prSet presAssocID="{116BC3FE-D27A-4F88-8AF2-61BF76FC1071}" presName="dummyMaxCanvas" presStyleCnt="0">
        <dgm:presLayoutVars/>
      </dgm:prSet>
      <dgm:spPr/>
    </dgm:pt>
    <dgm:pt modelId="{B55E872A-B046-4248-942D-910E3FE0C21C}" type="pres">
      <dgm:prSet presAssocID="{116BC3FE-D27A-4F88-8AF2-61BF76FC1071}" presName="FiveNodes_1" presStyleLbl="node1" presStyleIdx="0" presStyleCnt="5">
        <dgm:presLayoutVars>
          <dgm:bulletEnabled val="1"/>
        </dgm:presLayoutVars>
      </dgm:prSet>
      <dgm:spPr/>
    </dgm:pt>
    <dgm:pt modelId="{67F072C1-0294-4C04-B670-032FDE186530}" type="pres">
      <dgm:prSet presAssocID="{116BC3FE-D27A-4F88-8AF2-61BF76FC1071}" presName="FiveNodes_2" presStyleLbl="node1" presStyleIdx="1" presStyleCnt="5">
        <dgm:presLayoutVars>
          <dgm:bulletEnabled val="1"/>
        </dgm:presLayoutVars>
      </dgm:prSet>
      <dgm:spPr/>
    </dgm:pt>
    <dgm:pt modelId="{BD8580D8-84BF-4A7E-AC1B-972E7E91F1EF}" type="pres">
      <dgm:prSet presAssocID="{116BC3FE-D27A-4F88-8AF2-61BF76FC1071}" presName="FiveNodes_3" presStyleLbl="node1" presStyleIdx="2" presStyleCnt="5">
        <dgm:presLayoutVars>
          <dgm:bulletEnabled val="1"/>
        </dgm:presLayoutVars>
      </dgm:prSet>
      <dgm:spPr/>
    </dgm:pt>
    <dgm:pt modelId="{B6A3A52E-FFDB-43F2-BCA9-EEF52E64F520}" type="pres">
      <dgm:prSet presAssocID="{116BC3FE-D27A-4F88-8AF2-61BF76FC1071}" presName="FiveNodes_4" presStyleLbl="node1" presStyleIdx="3" presStyleCnt="5">
        <dgm:presLayoutVars>
          <dgm:bulletEnabled val="1"/>
        </dgm:presLayoutVars>
      </dgm:prSet>
      <dgm:spPr/>
    </dgm:pt>
    <dgm:pt modelId="{305E5379-F5DA-4187-9CB1-A427FB9CB8B5}" type="pres">
      <dgm:prSet presAssocID="{116BC3FE-D27A-4F88-8AF2-61BF76FC1071}" presName="FiveNodes_5" presStyleLbl="node1" presStyleIdx="4" presStyleCnt="5">
        <dgm:presLayoutVars>
          <dgm:bulletEnabled val="1"/>
        </dgm:presLayoutVars>
      </dgm:prSet>
      <dgm:spPr/>
    </dgm:pt>
    <dgm:pt modelId="{4F9B2433-EC9A-4A38-A735-29D97C739319}" type="pres">
      <dgm:prSet presAssocID="{116BC3FE-D27A-4F88-8AF2-61BF76FC1071}" presName="FiveConn_1-2" presStyleLbl="fgAccFollowNode1" presStyleIdx="0" presStyleCnt="4">
        <dgm:presLayoutVars>
          <dgm:bulletEnabled val="1"/>
        </dgm:presLayoutVars>
      </dgm:prSet>
      <dgm:spPr/>
    </dgm:pt>
    <dgm:pt modelId="{9B3BFC34-A58F-42DC-8C74-6B175B1F45C4}" type="pres">
      <dgm:prSet presAssocID="{116BC3FE-D27A-4F88-8AF2-61BF76FC1071}" presName="FiveConn_2-3" presStyleLbl="fgAccFollowNode1" presStyleIdx="1" presStyleCnt="4">
        <dgm:presLayoutVars>
          <dgm:bulletEnabled val="1"/>
        </dgm:presLayoutVars>
      </dgm:prSet>
      <dgm:spPr/>
    </dgm:pt>
    <dgm:pt modelId="{DCF672CB-EC31-449E-B58F-DF1AAC991381}" type="pres">
      <dgm:prSet presAssocID="{116BC3FE-D27A-4F88-8AF2-61BF76FC1071}" presName="FiveConn_3-4" presStyleLbl="fgAccFollowNode1" presStyleIdx="2" presStyleCnt="4">
        <dgm:presLayoutVars>
          <dgm:bulletEnabled val="1"/>
        </dgm:presLayoutVars>
      </dgm:prSet>
      <dgm:spPr/>
    </dgm:pt>
    <dgm:pt modelId="{D5BD8A65-3D72-43CE-BE38-85E09743ACD7}" type="pres">
      <dgm:prSet presAssocID="{116BC3FE-D27A-4F88-8AF2-61BF76FC1071}" presName="FiveConn_4-5" presStyleLbl="fgAccFollowNode1" presStyleIdx="3" presStyleCnt="4">
        <dgm:presLayoutVars>
          <dgm:bulletEnabled val="1"/>
        </dgm:presLayoutVars>
      </dgm:prSet>
      <dgm:spPr/>
    </dgm:pt>
    <dgm:pt modelId="{43B91BF4-2A36-45E5-B953-AA6D10C28271}" type="pres">
      <dgm:prSet presAssocID="{116BC3FE-D27A-4F88-8AF2-61BF76FC1071}" presName="FiveNodes_1_text" presStyleLbl="node1" presStyleIdx="4" presStyleCnt="5">
        <dgm:presLayoutVars>
          <dgm:bulletEnabled val="1"/>
        </dgm:presLayoutVars>
      </dgm:prSet>
      <dgm:spPr/>
    </dgm:pt>
    <dgm:pt modelId="{29334089-3CE6-45B6-9450-D546AC83B57A}" type="pres">
      <dgm:prSet presAssocID="{116BC3FE-D27A-4F88-8AF2-61BF76FC1071}" presName="FiveNodes_2_text" presStyleLbl="node1" presStyleIdx="4" presStyleCnt="5">
        <dgm:presLayoutVars>
          <dgm:bulletEnabled val="1"/>
        </dgm:presLayoutVars>
      </dgm:prSet>
      <dgm:spPr/>
    </dgm:pt>
    <dgm:pt modelId="{E9EEF8E5-70E3-4A97-AC52-980544EF8A1A}" type="pres">
      <dgm:prSet presAssocID="{116BC3FE-D27A-4F88-8AF2-61BF76FC1071}" presName="FiveNodes_3_text" presStyleLbl="node1" presStyleIdx="4" presStyleCnt="5">
        <dgm:presLayoutVars>
          <dgm:bulletEnabled val="1"/>
        </dgm:presLayoutVars>
      </dgm:prSet>
      <dgm:spPr/>
    </dgm:pt>
    <dgm:pt modelId="{D78E7FCC-268D-4749-8168-3B44A9A023B3}" type="pres">
      <dgm:prSet presAssocID="{116BC3FE-D27A-4F88-8AF2-61BF76FC1071}" presName="FiveNodes_4_text" presStyleLbl="node1" presStyleIdx="4" presStyleCnt="5">
        <dgm:presLayoutVars>
          <dgm:bulletEnabled val="1"/>
        </dgm:presLayoutVars>
      </dgm:prSet>
      <dgm:spPr/>
    </dgm:pt>
    <dgm:pt modelId="{B571F0DB-AC16-4B15-B241-BBF8A3B1074E}" type="pres">
      <dgm:prSet presAssocID="{116BC3FE-D27A-4F88-8AF2-61BF76FC1071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A5552700-3E77-4824-A855-F2930BA07257}" type="presOf" srcId="{BE241110-C5EB-4F2B-86A6-74AC10BE1441}" destId="{43B91BF4-2A36-45E5-B953-AA6D10C28271}" srcOrd="1" destOrd="0" presId="urn:microsoft.com/office/officeart/2005/8/layout/vProcess5"/>
    <dgm:cxn modelId="{7E0E2A0A-0A51-42E8-B02F-27851A881AFC}" type="presOf" srcId="{46448628-BFB5-41AB-A4E2-7D9D65B44674}" destId="{305E5379-F5DA-4187-9CB1-A427FB9CB8B5}" srcOrd="0" destOrd="0" presId="urn:microsoft.com/office/officeart/2005/8/layout/vProcess5"/>
    <dgm:cxn modelId="{A1CC490C-3201-4F72-9BEC-B13EF8F18961}" type="presOf" srcId="{295A125D-4B02-42B4-98DE-6C2131C68A85}" destId="{BD8580D8-84BF-4A7E-AC1B-972E7E91F1EF}" srcOrd="0" destOrd="0" presId="urn:microsoft.com/office/officeart/2005/8/layout/vProcess5"/>
    <dgm:cxn modelId="{FC68ED22-2E0C-4D97-A81F-BA5CA3CC8136}" type="presOf" srcId="{3CD8CF4C-4152-4958-94DD-7BA248FD8D62}" destId="{4F9B2433-EC9A-4A38-A735-29D97C739319}" srcOrd="0" destOrd="0" presId="urn:microsoft.com/office/officeart/2005/8/layout/vProcess5"/>
    <dgm:cxn modelId="{A3919824-B85C-4571-B5AE-39EC793DA0A4}" type="presOf" srcId="{85425E51-DF05-4321-AFBC-CA44D13E8596}" destId="{DCF672CB-EC31-449E-B58F-DF1AAC991381}" srcOrd="0" destOrd="0" presId="urn:microsoft.com/office/officeart/2005/8/layout/vProcess5"/>
    <dgm:cxn modelId="{F3195E2E-0E67-4708-80FC-D15B17B40D01}" srcId="{116BC3FE-D27A-4F88-8AF2-61BF76FC1071}" destId="{FA866FDD-8339-484B-A25D-A09792C4E457}" srcOrd="3" destOrd="0" parTransId="{82512D4F-C44F-4418-89EE-2D7997176C03}" sibTransId="{D1102B65-813B-4172-956E-698596FF8444}"/>
    <dgm:cxn modelId="{88613034-FF95-4697-BC33-C411B10FC50E}" type="presOf" srcId="{116BC3FE-D27A-4F88-8AF2-61BF76FC1071}" destId="{E6D05470-AC6C-4B0F-98A7-E5D8A65EACBB}" srcOrd="0" destOrd="0" presId="urn:microsoft.com/office/officeart/2005/8/layout/vProcess5"/>
    <dgm:cxn modelId="{D2975563-18D2-4335-A5C9-8100EC30978C}" type="presOf" srcId="{FA866FDD-8339-484B-A25D-A09792C4E457}" destId="{D78E7FCC-268D-4749-8168-3B44A9A023B3}" srcOrd="1" destOrd="0" presId="urn:microsoft.com/office/officeart/2005/8/layout/vProcess5"/>
    <dgm:cxn modelId="{6B820E45-88E1-4C78-B92F-9A93550FD866}" type="presOf" srcId="{D1102B65-813B-4172-956E-698596FF8444}" destId="{D5BD8A65-3D72-43CE-BE38-85E09743ACD7}" srcOrd="0" destOrd="0" presId="urn:microsoft.com/office/officeart/2005/8/layout/vProcess5"/>
    <dgm:cxn modelId="{3D37506E-B353-4B75-8E4D-C65A41BF8496}" type="presOf" srcId="{295A125D-4B02-42B4-98DE-6C2131C68A85}" destId="{E9EEF8E5-70E3-4A97-AC52-980544EF8A1A}" srcOrd="1" destOrd="0" presId="urn:microsoft.com/office/officeart/2005/8/layout/vProcess5"/>
    <dgm:cxn modelId="{9D860E6F-180F-4A57-9C0F-A205E37B33A4}" type="presOf" srcId="{64DF97AD-F2F5-451F-AA73-EF9537C1601B}" destId="{67F072C1-0294-4C04-B670-032FDE186530}" srcOrd="0" destOrd="0" presId="urn:microsoft.com/office/officeart/2005/8/layout/vProcess5"/>
    <dgm:cxn modelId="{0455EC53-196B-41A4-A306-DBB545CDFECB}" type="presOf" srcId="{FA866FDD-8339-484B-A25D-A09792C4E457}" destId="{B6A3A52E-FFDB-43F2-BCA9-EEF52E64F520}" srcOrd="0" destOrd="0" presId="urn:microsoft.com/office/officeart/2005/8/layout/vProcess5"/>
    <dgm:cxn modelId="{BFDFDA99-8792-4189-BD54-2D09F88A9A4A}" srcId="{116BC3FE-D27A-4F88-8AF2-61BF76FC1071}" destId="{46448628-BFB5-41AB-A4E2-7D9D65B44674}" srcOrd="4" destOrd="0" parTransId="{A80C134A-DF26-45EE-90A4-AAF3E82E1433}" sibTransId="{70CE6134-7AD7-4A14-9355-504B1A55B408}"/>
    <dgm:cxn modelId="{1290709A-440F-42D4-85FC-D38F3E85EE63}" srcId="{116BC3FE-D27A-4F88-8AF2-61BF76FC1071}" destId="{64DF97AD-F2F5-451F-AA73-EF9537C1601B}" srcOrd="1" destOrd="0" parTransId="{2F3F8A63-BE51-4CD4-91DE-0829FFA0CC7F}" sibTransId="{8ED6B8A8-CCDA-4117-AA56-ABA7A4E56C9F}"/>
    <dgm:cxn modelId="{B65CA29B-0A66-4444-A119-04402B959F9D}" type="presOf" srcId="{64DF97AD-F2F5-451F-AA73-EF9537C1601B}" destId="{29334089-3CE6-45B6-9450-D546AC83B57A}" srcOrd="1" destOrd="0" presId="urn:microsoft.com/office/officeart/2005/8/layout/vProcess5"/>
    <dgm:cxn modelId="{2F502FB5-1648-43CF-9E40-8BBFC91FD051}" type="presOf" srcId="{8ED6B8A8-CCDA-4117-AA56-ABA7A4E56C9F}" destId="{9B3BFC34-A58F-42DC-8C74-6B175B1F45C4}" srcOrd="0" destOrd="0" presId="urn:microsoft.com/office/officeart/2005/8/layout/vProcess5"/>
    <dgm:cxn modelId="{C01859B7-01BE-4004-8580-524CEC3532B3}" srcId="{116BC3FE-D27A-4F88-8AF2-61BF76FC1071}" destId="{BE241110-C5EB-4F2B-86A6-74AC10BE1441}" srcOrd="0" destOrd="0" parTransId="{15C46C92-B8E5-4681-90E9-25148D1F1752}" sibTransId="{3CD8CF4C-4152-4958-94DD-7BA248FD8D62}"/>
    <dgm:cxn modelId="{9ED123C6-DF52-4251-9EA1-E4A8DCE63840}" type="presOf" srcId="{46448628-BFB5-41AB-A4E2-7D9D65B44674}" destId="{B571F0DB-AC16-4B15-B241-BBF8A3B1074E}" srcOrd="1" destOrd="0" presId="urn:microsoft.com/office/officeart/2005/8/layout/vProcess5"/>
    <dgm:cxn modelId="{24FFCFC6-BA22-4747-82A0-FD264EDCEE49}" type="presOf" srcId="{BE241110-C5EB-4F2B-86A6-74AC10BE1441}" destId="{B55E872A-B046-4248-942D-910E3FE0C21C}" srcOrd="0" destOrd="0" presId="urn:microsoft.com/office/officeart/2005/8/layout/vProcess5"/>
    <dgm:cxn modelId="{816C59DD-C48A-466E-B8BF-17F168B7AF98}" srcId="{116BC3FE-D27A-4F88-8AF2-61BF76FC1071}" destId="{295A125D-4B02-42B4-98DE-6C2131C68A85}" srcOrd="2" destOrd="0" parTransId="{A052D5FA-F16D-48C7-B4EA-DAA9CB938153}" sibTransId="{85425E51-DF05-4321-AFBC-CA44D13E8596}"/>
    <dgm:cxn modelId="{E98F7FC9-8854-4C4D-A63C-1DEAF59C8882}" type="presParOf" srcId="{E6D05470-AC6C-4B0F-98A7-E5D8A65EACBB}" destId="{D71BF56E-BA85-4F65-B184-0D299F091E4F}" srcOrd="0" destOrd="0" presId="urn:microsoft.com/office/officeart/2005/8/layout/vProcess5"/>
    <dgm:cxn modelId="{20BEB5F4-CF2E-4405-9ACC-C1DB64A860DB}" type="presParOf" srcId="{E6D05470-AC6C-4B0F-98A7-E5D8A65EACBB}" destId="{B55E872A-B046-4248-942D-910E3FE0C21C}" srcOrd="1" destOrd="0" presId="urn:microsoft.com/office/officeart/2005/8/layout/vProcess5"/>
    <dgm:cxn modelId="{97EF1B79-9432-45AF-939A-D4B973AD9E5D}" type="presParOf" srcId="{E6D05470-AC6C-4B0F-98A7-E5D8A65EACBB}" destId="{67F072C1-0294-4C04-B670-032FDE186530}" srcOrd="2" destOrd="0" presId="urn:microsoft.com/office/officeart/2005/8/layout/vProcess5"/>
    <dgm:cxn modelId="{6D65AA1C-3C55-4435-B6AB-0C4C81618762}" type="presParOf" srcId="{E6D05470-AC6C-4B0F-98A7-E5D8A65EACBB}" destId="{BD8580D8-84BF-4A7E-AC1B-972E7E91F1EF}" srcOrd="3" destOrd="0" presId="urn:microsoft.com/office/officeart/2005/8/layout/vProcess5"/>
    <dgm:cxn modelId="{87469DF7-4991-4FBF-8AC5-9C339BE79B4F}" type="presParOf" srcId="{E6D05470-AC6C-4B0F-98A7-E5D8A65EACBB}" destId="{B6A3A52E-FFDB-43F2-BCA9-EEF52E64F520}" srcOrd="4" destOrd="0" presId="urn:microsoft.com/office/officeart/2005/8/layout/vProcess5"/>
    <dgm:cxn modelId="{8AE764B6-9123-40E6-8D8A-CB0B16245600}" type="presParOf" srcId="{E6D05470-AC6C-4B0F-98A7-E5D8A65EACBB}" destId="{305E5379-F5DA-4187-9CB1-A427FB9CB8B5}" srcOrd="5" destOrd="0" presId="urn:microsoft.com/office/officeart/2005/8/layout/vProcess5"/>
    <dgm:cxn modelId="{C3EF2409-DBD2-41C5-B661-633903B30CC3}" type="presParOf" srcId="{E6D05470-AC6C-4B0F-98A7-E5D8A65EACBB}" destId="{4F9B2433-EC9A-4A38-A735-29D97C739319}" srcOrd="6" destOrd="0" presId="urn:microsoft.com/office/officeart/2005/8/layout/vProcess5"/>
    <dgm:cxn modelId="{916FD824-1DBD-45C6-99F9-0BB32C5B409A}" type="presParOf" srcId="{E6D05470-AC6C-4B0F-98A7-E5D8A65EACBB}" destId="{9B3BFC34-A58F-42DC-8C74-6B175B1F45C4}" srcOrd="7" destOrd="0" presId="urn:microsoft.com/office/officeart/2005/8/layout/vProcess5"/>
    <dgm:cxn modelId="{3C7B6A33-D361-4DD8-9B85-E5BC5379DF36}" type="presParOf" srcId="{E6D05470-AC6C-4B0F-98A7-E5D8A65EACBB}" destId="{DCF672CB-EC31-449E-B58F-DF1AAC991381}" srcOrd="8" destOrd="0" presId="urn:microsoft.com/office/officeart/2005/8/layout/vProcess5"/>
    <dgm:cxn modelId="{C6BC44E3-E544-430F-BFFC-C9969FA70F13}" type="presParOf" srcId="{E6D05470-AC6C-4B0F-98A7-E5D8A65EACBB}" destId="{D5BD8A65-3D72-43CE-BE38-85E09743ACD7}" srcOrd="9" destOrd="0" presId="urn:microsoft.com/office/officeart/2005/8/layout/vProcess5"/>
    <dgm:cxn modelId="{1E3420DE-0A1F-4112-BC46-7768D6A35F28}" type="presParOf" srcId="{E6D05470-AC6C-4B0F-98A7-E5D8A65EACBB}" destId="{43B91BF4-2A36-45E5-B953-AA6D10C28271}" srcOrd="10" destOrd="0" presId="urn:microsoft.com/office/officeart/2005/8/layout/vProcess5"/>
    <dgm:cxn modelId="{83C90404-5DD5-4469-9AD9-59E8BECA812D}" type="presParOf" srcId="{E6D05470-AC6C-4B0F-98A7-E5D8A65EACBB}" destId="{29334089-3CE6-45B6-9450-D546AC83B57A}" srcOrd="11" destOrd="0" presId="urn:microsoft.com/office/officeart/2005/8/layout/vProcess5"/>
    <dgm:cxn modelId="{C0323DDC-D0C0-4037-95C7-6E2368CC6D23}" type="presParOf" srcId="{E6D05470-AC6C-4B0F-98A7-E5D8A65EACBB}" destId="{E9EEF8E5-70E3-4A97-AC52-980544EF8A1A}" srcOrd="12" destOrd="0" presId="urn:microsoft.com/office/officeart/2005/8/layout/vProcess5"/>
    <dgm:cxn modelId="{55C6CAF2-DE2D-4BCC-B3F7-E13767D79E7A}" type="presParOf" srcId="{E6D05470-AC6C-4B0F-98A7-E5D8A65EACBB}" destId="{D78E7FCC-268D-4749-8168-3B44A9A023B3}" srcOrd="13" destOrd="0" presId="urn:microsoft.com/office/officeart/2005/8/layout/vProcess5"/>
    <dgm:cxn modelId="{A73265FF-3BCC-468F-92EF-A4A430511BF7}" type="presParOf" srcId="{E6D05470-AC6C-4B0F-98A7-E5D8A65EACBB}" destId="{B571F0DB-AC16-4B15-B241-BBF8A3B1074E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7F2C04E-6028-43F9-BF3C-0DCA4ABF281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8BEC48D-F08D-4AE0-8847-FCA0945F4C0D}">
      <dgm:prSet/>
      <dgm:spPr/>
      <dgm:t>
        <a:bodyPr/>
        <a:lstStyle/>
        <a:p>
          <a:r>
            <a:rPr lang="en-US" b="0" i="0" baseline="0"/>
            <a:t>Used </a:t>
          </a:r>
          <a:r>
            <a:rPr lang="en-US" b="1" i="0" baseline="0"/>
            <a:t>Azure Logic Apps</a:t>
          </a:r>
          <a:r>
            <a:rPr lang="en-US" b="0" i="0" baseline="0"/>
            <a:t> for workflow orchestration </a:t>
          </a:r>
          <a:endParaRPr lang="en-US"/>
        </a:p>
      </dgm:t>
    </dgm:pt>
    <dgm:pt modelId="{C8242D4A-4190-4092-8DA0-91D580CA4445}" type="parTrans" cxnId="{7DEEEF06-1449-4D64-8CDA-CB2F1C5309B3}">
      <dgm:prSet/>
      <dgm:spPr/>
      <dgm:t>
        <a:bodyPr/>
        <a:lstStyle/>
        <a:p>
          <a:endParaRPr lang="en-US"/>
        </a:p>
      </dgm:t>
    </dgm:pt>
    <dgm:pt modelId="{AEA06836-3A98-4EB2-A0C3-B611B9983E48}" type="sibTrans" cxnId="{7DEEEF06-1449-4D64-8CDA-CB2F1C5309B3}">
      <dgm:prSet/>
      <dgm:spPr/>
      <dgm:t>
        <a:bodyPr/>
        <a:lstStyle/>
        <a:p>
          <a:endParaRPr lang="en-US"/>
        </a:p>
      </dgm:t>
    </dgm:pt>
    <dgm:pt modelId="{97A1EE01-81A7-4A2C-A420-77C7A7DAAB08}">
      <dgm:prSet/>
      <dgm:spPr/>
      <dgm:t>
        <a:bodyPr/>
        <a:lstStyle/>
        <a:p>
          <a:r>
            <a:rPr lang="en-US" b="0" i="0" baseline="0"/>
            <a:t>Integrated </a:t>
          </a:r>
          <a:r>
            <a:rPr lang="en-US" b="1" i="0" baseline="0"/>
            <a:t>Azure Service Bus (Queue &amp; Topic)</a:t>
          </a:r>
          <a:r>
            <a:rPr lang="en-US" b="0" i="0" baseline="0"/>
            <a:t> for message handling </a:t>
          </a:r>
          <a:endParaRPr lang="en-US"/>
        </a:p>
      </dgm:t>
    </dgm:pt>
    <dgm:pt modelId="{F0777279-C336-4D3F-8F50-A909BC81FAE1}" type="parTrans" cxnId="{5194F1EF-2C2C-489A-9DE4-6B1A020FF8BA}">
      <dgm:prSet/>
      <dgm:spPr/>
      <dgm:t>
        <a:bodyPr/>
        <a:lstStyle/>
        <a:p>
          <a:endParaRPr lang="en-US"/>
        </a:p>
      </dgm:t>
    </dgm:pt>
    <dgm:pt modelId="{E53549B0-FD47-4D7F-A3C8-66B4BF5702BD}" type="sibTrans" cxnId="{5194F1EF-2C2C-489A-9DE4-6B1A020FF8BA}">
      <dgm:prSet/>
      <dgm:spPr/>
      <dgm:t>
        <a:bodyPr/>
        <a:lstStyle/>
        <a:p>
          <a:endParaRPr lang="en-US"/>
        </a:p>
      </dgm:t>
    </dgm:pt>
    <dgm:pt modelId="{A41B2693-EBF6-4D02-B169-264F6526725D}">
      <dgm:prSet/>
      <dgm:spPr/>
      <dgm:t>
        <a:bodyPr/>
        <a:lstStyle/>
        <a:p>
          <a:r>
            <a:rPr lang="en-US" b="0" i="0" baseline="0"/>
            <a:t>Used </a:t>
          </a:r>
          <a:r>
            <a:rPr lang="en-US" b="1" i="0" baseline="0"/>
            <a:t>Azure Function</a:t>
          </a:r>
          <a:r>
            <a:rPr lang="en-US" b="0" i="0" baseline="0"/>
            <a:t> for input validation and business logic </a:t>
          </a:r>
          <a:endParaRPr lang="en-US"/>
        </a:p>
      </dgm:t>
    </dgm:pt>
    <dgm:pt modelId="{44C5A84C-E8D1-45D1-8CE5-FA07864748AD}" type="parTrans" cxnId="{D8A399A8-12B5-4020-9591-748261651549}">
      <dgm:prSet/>
      <dgm:spPr/>
      <dgm:t>
        <a:bodyPr/>
        <a:lstStyle/>
        <a:p>
          <a:endParaRPr lang="en-US"/>
        </a:p>
      </dgm:t>
    </dgm:pt>
    <dgm:pt modelId="{824D6BC2-D051-425F-9662-82B56F4EA55D}" type="sibTrans" cxnId="{D8A399A8-12B5-4020-9591-748261651549}">
      <dgm:prSet/>
      <dgm:spPr/>
      <dgm:t>
        <a:bodyPr/>
        <a:lstStyle/>
        <a:p>
          <a:endParaRPr lang="en-US"/>
        </a:p>
      </dgm:t>
    </dgm:pt>
    <dgm:pt modelId="{70285692-77C8-4947-8800-82EC0A4CFB6D}">
      <dgm:prSet/>
      <dgm:spPr/>
      <dgm:t>
        <a:bodyPr/>
        <a:lstStyle/>
        <a:p>
          <a:r>
            <a:rPr lang="en-US" b="0" i="0" baseline="0"/>
            <a:t>Implemented </a:t>
          </a:r>
          <a:r>
            <a:rPr lang="en-US" b="1" i="0" baseline="0"/>
            <a:t>Condition blocks</a:t>
          </a:r>
          <a:r>
            <a:rPr lang="en-US" b="0" i="0" baseline="0"/>
            <a:t> in Logic Apps for decision-making </a:t>
          </a:r>
          <a:endParaRPr lang="en-US"/>
        </a:p>
      </dgm:t>
    </dgm:pt>
    <dgm:pt modelId="{781FFEB9-C1FE-4DFD-AB6F-B6C3894AD3B7}" type="parTrans" cxnId="{A8DB1D0B-2B9D-455A-A9CC-2BC3CE69206F}">
      <dgm:prSet/>
      <dgm:spPr/>
      <dgm:t>
        <a:bodyPr/>
        <a:lstStyle/>
        <a:p>
          <a:endParaRPr lang="en-US"/>
        </a:p>
      </dgm:t>
    </dgm:pt>
    <dgm:pt modelId="{5B6DBBF8-B21C-48B4-999E-0E98F8E92905}" type="sibTrans" cxnId="{A8DB1D0B-2B9D-455A-A9CC-2BC3CE69206F}">
      <dgm:prSet/>
      <dgm:spPr/>
      <dgm:t>
        <a:bodyPr/>
        <a:lstStyle/>
        <a:p>
          <a:endParaRPr lang="en-US"/>
        </a:p>
      </dgm:t>
    </dgm:pt>
    <dgm:pt modelId="{93C705D1-54F5-4E02-B866-2E92846DC0A1}">
      <dgm:prSet/>
      <dgm:spPr/>
      <dgm:t>
        <a:bodyPr/>
        <a:lstStyle/>
        <a:p>
          <a:r>
            <a:rPr lang="en-US" b="0" i="0" baseline="0"/>
            <a:t>Used </a:t>
          </a:r>
          <a:r>
            <a:rPr lang="en-US" b="1" i="0" baseline="0"/>
            <a:t>built-in connectors</a:t>
          </a:r>
          <a:r>
            <a:rPr lang="en-US" b="0" i="0" baseline="0"/>
            <a:t> (Outlook) for sending email notifications </a:t>
          </a:r>
          <a:endParaRPr lang="en-US"/>
        </a:p>
      </dgm:t>
    </dgm:pt>
    <dgm:pt modelId="{DB67DDFF-480B-42B9-A59B-FD5D5B9C79FE}" type="parTrans" cxnId="{B19B8394-79AD-4ADB-8819-75AA6D4DFCC1}">
      <dgm:prSet/>
      <dgm:spPr/>
      <dgm:t>
        <a:bodyPr/>
        <a:lstStyle/>
        <a:p>
          <a:endParaRPr lang="en-US"/>
        </a:p>
      </dgm:t>
    </dgm:pt>
    <dgm:pt modelId="{BC67D95C-D369-4213-A32F-A217DE5DB83C}" type="sibTrans" cxnId="{B19B8394-79AD-4ADB-8819-75AA6D4DFCC1}">
      <dgm:prSet/>
      <dgm:spPr/>
      <dgm:t>
        <a:bodyPr/>
        <a:lstStyle/>
        <a:p>
          <a:endParaRPr lang="en-US"/>
        </a:p>
      </dgm:t>
    </dgm:pt>
    <dgm:pt modelId="{81B23E4C-269D-45B0-A1DE-4A0AD1347002}">
      <dgm:prSet/>
      <dgm:spPr/>
      <dgm:t>
        <a:bodyPr/>
        <a:lstStyle/>
        <a:p>
          <a:r>
            <a:rPr lang="en-US" b="0" i="0" baseline="0"/>
            <a:t>Applied </a:t>
          </a:r>
          <a:r>
            <a:rPr lang="en-US" b="1" i="0" baseline="0"/>
            <a:t>timeout-based escalation logic</a:t>
          </a:r>
          <a:r>
            <a:rPr lang="en-US" b="0" i="0" baseline="0"/>
            <a:t> within the workflow </a:t>
          </a:r>
          <a:endParaRPr lang="en-US"/>
        </a:p>
      </dgm:t>
    </dgm:pt>
    <dgm:pt modelId="{CE728273-746A-4583-AC05-59B16D36B68E}" type="parTrans" cxnId="{E48003F0-C41B-40C7-9C1C-EE18756CABF5}">
      <dgm:prSet/>
      <dgm:spPr/>
      <dgm:t>
        <a:bodyPr/>
        <a:lstStyle/>
        <a:p>
          <a:endParaRPr lang="en-US"/>
        </a:p>
      </dgm:t>
    </dgm:pt>
    <dgm:pt modelId="{FE11A1C4-DB1C-4763-8491-61C78DBA49BD}" type="sibTrans" cxnId="{E48003F0-C41B-40C7-9C1C-EE18756CABF5}">
      <dgm:prSet/>
      <dgm:spPr/>
      <dgm:t>
        <a:bodyPr/>
        <a:lstStyle/>
        <a:p>
          <a:endParaRPr lang="en-US"/>
        </a:p>
      </dgm:t>
    </dgm:pt>
    <dgm:pt modelId="{BD6ACE69-F236-4D77-9CB6-F951DF838F7F}" type="pres">
      <dgm:prSet presAssocID="{37F2C04E-6028-43F9-BF3C-0DCA4ABF281B}" presName="linear" presStyleCnt="0">
        <dgm:presLayoutVars>
          <dgm:animLvl val="lvl"/>
          <dgm:resizeHandles val="exact"/>
        </dgm:presLayoutVars>
      </dgm:prSet>
      <dgm:spPr/>
    </dgm:pt>
    <dgm:pt modelId="{E8755F51-707B-4808-AD82-2F6C3B0F4D36}" type="pres">
      <dgm:prSet presAssocID="{18BEC48D-F08D-4AE0-8847-FCA0945F4C0D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6C19243-D7D1-4E7A-B605-327334B9A5D7}" type="pres">
      <dgm:prSet presAssocID="{AEA06836-3A98-4EB2-A0C3-B611B9983E48}" presName="spacer" presStyleCnt="0"/>
      <dgm:spPr/>
    </dgm:pt>
    <dgm:pt modelId="{049A5E45-97A3-4E2A-A959-CAA252316287}" type="pres">
      <dgm:prSet presAssocID="{97A1EE01-81A7-4A2C-A420-77C7A7DAAB08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2731A96-76AB-4E17-8E2E-C2B733ECFF8C}" type="pres">
      <dgm:prSet presAssocID="{E53549B0-FD47-4D7F-A3C8-66B4BF5702BD}" presName="spacer" presStyleCnt="0"/>
      <dgm:spPr/>
    </dgm:pt>
    <dgm:pt modelId="{328660F3-5031-4B40-BF6F-89D1151DDF05}" type="pres">
      <dgm:prSet presAssocID="{A41B2693-EBF6-4D02-B169-264F6526725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B3E6562F-8585-491D-BB2F-1B75C0E73385}" type="pres">
      <dgm:prSet presAssocID="{824D6BC2-D051-425F-9662-82B56F4EA55D}" presName="spacer" presStyleCnt="0"/>
      <dgm:spPr/>
    </dgm:pt>
    <dgm:pt modelId="{49E88906-F13F-4BD3-84B0-D8E6D9BCD1B3}" type="pres">
      <dgm:prSet presAssocID="{70285692-77C8-4947-8800-82EC0A4CFB6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64E3C2A-B20F-441B-80BE-975410C3CA80}" type="pres">
      <dgm:prSet presAssocID="{5B6DBBF8-B21C-48B4-999E-0E98F8E92905}" presName="spacer" presStyleCnt="0"/>
      <dgm:spPr/>
    </dgm:pt>
    <dgm:pt modelId="{33212E3B-A835-4522-A3F3-B88A71E37F15}" type="pres">
      <dgm:prSet presAssocID="{93C705D1-54F5-4E02-B866-2E92846DC0A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FB99CD97-447D-4D5E-9A63-FFA8A75164F2}" type="pres">
      <dgm:prSet presAssocID="{BC67D95C-D369-4213-A32F-A217DE5DB83C}" presName="spacer" presStyleCnt="0"/>
      <dgm:spPr/>
    </dgm:pt>
    <dgm:pt modelId="{3A055571-677A-44C2-AF20-845F3FCB0DAE}" type="pres">
      <dgm:prSet presAssocID="{81B23E4C-269D-45B0-A1DE-4A0AD1347002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7DEEEF06-1449-4D64-8CDA-CB2F1C5309B3}" srcId="{37F2C04E-6028-43F9-BF3C-0DCA4ABF281B}" destId="{18BEC48D-F08D-4AE0-8847-FCA0945F4C0D}" srcOrd="0" destOrd="0" parTransId="{C8242D4A-4190-4092-8DA0-91D580CA4445}" sibTransId="{AEA06836-3A98-4EB2-A0C3-B611B9983E48}"/>
    <dgm:cxn modelId="{A8DB1D0B-2B9D-455A-A9CC-2BC3CE69206F}" srcId="{37F2C04E-6028-43F9-BF3C-0DCA4ABF281B}" destId="{70285692-77C8-4947-8800-82EC0A4CFB6D}" srcOrd="3" destOrd="0" parTransId="{781FFEB9-C1FE-4DFD-AB6F-B6C3894AD3B7}" sibTransId="{5B6DBBF8-B21C-48B4-999E-0E98F8E92905}"/>
    <dgm:cxn modelId="{D72A352C-1AE5-4C85-9C44-A993DDC36D82}" type="presOf" srcId="{18BEC48D-F08D-4AE0-8847-FCA0945F4C0D}" destId="{E8755F51-707B-4808-AD82-2F6C3B0F4D36}" srcOrd="0" destOrd="0" presId="urn:microsoft.com/office/officeart/2005/8/layout/vList2"/>
    <dgm:cxn modelId="{F4EFBD35-A7DB-4899-852E-B2998DA63A0F}" type="presOf" srcId="{81B23E4C-269D-45B0-A1DE-4A0AD1347002}" destId="{3A055571-677A-44C2-AF20-845F3FCB0DAE}" srcOrd="0" destOrd="0" presId="urn:microsoft.com/office/officeart/2005/8/layout/vList2"/>
    <dgm:cxn modelId="{0563363F-DDF8-4B53-A6AE-838981B0EF3A}" type="presOf" srcId="{70285692-77C8-4947-8800-82EC0A4CFB6D}" destId="{49E88906-F13F-4BD3-84B0-D8E6D9BCD1B3}" srcOrd="0" destOrd="0" presId="urn:microsoft.com/office/officeart/2005/8/layout/vList2"/>
    <dgm:cxn modelId="{BC81E46A-0477-489E-9293-3551C08AC836}" type="presOf" srcId="{93C705D1-54F5-4E02-B866-2E92846DC0A1}" destId="{33212E3B-A835-4522-A3F3-B88A71E37F15}" srcOrd="0" destOrd="0" presId="urn:microsoft.com/office/officeart/2005/8/layout/vList2"/>
    <dgm:cxn modelId="{42CF5752-3588-49AC-843B-9B66034F845C}" type="presOf" srcId="{37F2C04E-6028-43F9-BF3C-0DCA4ABF281B}" destId="{BD6ACE69-F236-4D77-9CB6-F951DF838F7F}" srcOrd="0" destOrd="0" presId="urn:microsoft.com/office/officeart/2005/8/layout/vList2"/>
    <dgm:cxn modelId="{A780DE83-1F6E-40E3-9D18-3F20CF518523}" type="presOf" srcId="{A41B2693-EBF6-4D02-B169-264F6526725D}" destId="{328660F3-5031-4B40-BF6F-89D1151DDF05}" srcOrd="0" destOrd="0" presId="urn:microsoft.com/office/officeart/2005/8/layout/vList2"/>
    <dgm:cxn modelId="{B19B8394-79AD-4ADB-8819-75AA6D4DFCC1}" srcId="{37F2C04E-6028-43F9-BF3C-0DCA4ABF281B}" destId="{93C705D1-54F5-4E02-B866-2E92846DC0A1}" srcOrd="4" destOrd="0" parTransId="{DB67DDFF-480B-42B9-A59B-FD5D5B9C79FE}" sibTransId="{BC67D95C-D369-4213-A32F-A217DE5DB83C}"/>
    <dgm:cxn modelId="{D8A399A8-12B5-4020-9591-748261651549}" srcId="{37F2C04E-6028-43F9-BF3C-0DCA4ABF281B}" destId="{A41B2693-EBF6-4D02-B169-264F6526725D}" srcOrd="2" destOrd="0" parTransId="{44C5A84C-E8D1-45D1-8CE5-FA07864748AD}" sibTransId="{824D6BC2-D051-425F-9662-82B56F4EA55D}"/>
    <dgm:cxn modelId="{85BD93CC-9F54-4AC3-BF55-2CA0A8EE1EF2}" type="presOf" srcId="{97A1EE01-81A7-4A2C-A420-77C7A7DAAB08}" destId="{049A5E45-97A3-4E2A-A959-CAA252316287}" srcOrd="0" destOrd="0" presId="urn:microsoft.com/office/officeart/2005/8/layout/vList2"/>
    <dgm:cxn modelId="{5194F1EF-2C2C-489A-9DE4-6B1A020FF8BA}" srcId="{37F2C04E-6028-43F9-BF3C-0DCA4ABF281B}" destId="{97A1EE01-81A7-4A2C-A420-77C7A7DAAB08}" srcOrd="1" destOrd="0" parTransId="{F0777279-C336-4D3F-8F50-A909BC81FAE1}" sibTransId="{E53549B0-FD47-4D7F-A3C8-66B4BF5702BD}"/>
    <dgm:cxn modelId="{E48003F0-C41B-40C7-9C1C-EE18756CABF5}" srcId="{37F2C04E-6028-43F9-BF3C-0DCA4ABF281B}" destId="{81B23E4C-269D-45B0-A1DE-4A0AD1347002}" srcOrd="5" destOrd="0" parTransId="{CE728273-746A-4583-AC05-59B16D36B68E}" sibTransId="{FE11A1C4-DB1C-4763-8491-61C78DBA49BD}"/>
    <dgm:cxn modelId="{BF8E9DEA-557A-4557-A791-D703639945E6}" type="presParOf" srcId="{BD6ACE69-F236-4D77-9CB6-F951DF838F7F}" destId="{E8755F51-707B-4808-AD82-2F6C3B0F4D36}" srcOrd="0" destOrd="0" presId="urn:microsoft.com/office/officeart/2005/8/layout/vList2"/>
    <dgm:cxn modelId="{080E066A-1C02-499C-9049-7B5771EA5521}" type="presParOf" srcId="{BD6ACE69-F236-4D77-9CB6-F951DF838F7F}" destId="{B6C19243-D7D1-4E7A-B605-327334B9A5D7}" srcOrd="1" destOrd="0" presId="urn:microsoft.com/office/officeart/2005/8/layout/vList2"/>
    <dgm:cxn modelId="{DAB61108-5CB2-4DCD-AD45-EA159D93FEE2}" type="presParOf" srcId="{BD6ACE69-F236-4D77-9CB6-F951DF838F7F}" destId="{049A5E45-97A3-4E2A-A959-CAA252316287}" srcOrd="2" destOrd="0" presId="urn:microsoft.com/office/officeart/2005/8/layout/vList2"/>
    <dgm:cxn modelId="{A8215FA5-F6F3-496B-AC10-8894F49AEE62}" type="presParOf" srcId="{BD6ACE69-F236-4D77-9CB6-F951DF838F7F}" destId="{C2731A96-76AB-4E17-8E2E-C2B733ECFF8C}" srcOrd="3" destOrd="0" presId="urn:microsoft.com/office/officeart/2005/8/layout/vList2"/>
    <dgm:cxn modelId="{170C0B7E-ADC0-46BF-845D-E1E93E1034D7}" type="presParOf" srcId="{BD6ACE69-F236-4D77-9CB6-F951DF838F7F}" destId="{328660F3-5031-4B40-BF6F-89D1151DDF05}" srcOrd="4" destOrd="0" presId="urn:microsoft.com/office/officeart/2005/8/layout/vList2"/>
    <dgm:cxn modelId="{4F2E9586-4EF4-4E59-A433-C78BD6782D3F}" type="presParOf" srcId="{BD6ACE69-F236-4D77-9CB6-F951DF838F7F}" destId="{B3E6562F-8585-491D-BB2F-1B75C0E73385}" srcOrd="5" destOrd="0" presId="urn:microsoft.com/office/officeart/2005/8/layout/vList2"/>
    <dgm:cxn modelId="{5C94C8F8-A9C3-4D68-8CFE-E146ECE3DD0E}" type="presParOf" srcId="{BD6ACE69-F236-4D77-9CB6-F951DF838F7F}" destId="{49E88906-F13F-4BD3-84B0-D8E6D9BCD1B3}" srcOrd="6" destOrd="0" presId="urn:microsoft.com/office/officeart/2005/8/layout/vList2"/>
    <dgm:cxn modelId="{4DB908C9-F865-450A-8F86-459EAEC6963C}" type="presParOf" srcId="{BD6ACE69-F236-4D77-9CB6-F951DF838F7F}" destId="{B64E3C2A-B20F-441B-80BE-975410C3CA80}" srcOrd="7" destOrd="0" presId="urn:microsoft.com/office/officeart/2005/8/layout/vList2"/>
    <dgm:cxn modelId="{EAD3E8A0-E958-4A73-97A1-3AAC8197006C}" type="presParOf" srcId="{BD6ACE69-F236-4D77-9CB6-F951DF838F7F}" destId="{33212E3B-A835-4522-A3F3-B88A71E37F15}" srcOrd="8" destOrd="0" presId="urn:microsoft.com/office/officeart/2005/8/layout/vList2"/>
    <dgm:cxn modelId="{9D8FF954-8721-41FD-B0D9-D9D0ED507F70}" type="presParOf" srcId="{BD6ACE69-F236-4D77-9CB6-F951DF838F7F}" destId="{FB99CD97-447D-4D5E-9A63-FFA8A75164F2}" srcOrd="9" destOrd="0" presId="urn:microsoft.com/office/officeart/2005/8/layout/vList2"/>
    <dgm:cxn modelId="{F91CDE5B-09E3-4203-AB50-3A9CE12E73C6}" type="presParOf" srcId="{BD6ACE69-F236-4D77-9CB6-F951DF838F7F}" destId="{3A055571-677A-44C2-AF20-845F3FCB0DA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7CABF28-9D94-434C-A36D-62E24D1F53E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6AD1345-9797-4B15-B57D-7D506E8D2C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</a:t>
          </a:r>
          <a:r>
            <a:rPr lang="en-US" b="1"/>
            <a:t>Azure Logic Apps</a:t>
          </a:r>
          <a:r>
            <a:rPr lang="en-US"/>
            <a:t> for workflow orchestration and approval processes </a:t>
          </a:r>
        </a:p>
      </dgm:t>
    </dgm:pt>
    <dgm:pt modelId="{B74CF442-D5B4-4CAC-837D-37D0D4266045}" type="parTrans" cxnId="{CC8A281F-BD68-443F-83A9-A31B35B823F3}">
      <dgm:prSet/>
      <dgm:spPr/>
      <dgm:t>
        <a:bodyPr/>
        <a:lstStyle/>
        <a:p>
          <a:endParaRPr lang="en-US"/>
        </a:p>
      </dgm:t>
    </dgm:pt>
    <dgm:pt modelId="{E1D248D3-F41E-4563-9C6A-10FF04E12325}" type="sibTrans" cxnId="{CC8A281F-BD68-443F-83A9-A31B35B823F3}">
      <dgm:prSet/>
      <dgm:spPr/>
      <dgm:t>
        <a:bodyPr/>
        <a:lstStyle/>
        <a:p>
          <a:endParaRPr lang="en-US"/>
        </a:p>
      </dgm:t>
    </dgm:pt>
    <dgm:pt modelId="{BCABCD1B-FB3A-4E15-BA9D-83830F2C44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</a:t>
          </a:r>
          <a:r>
            <a:rPr lang="en-US" b="1"/>
            <a:t>Azure Functions</a:t>
          </a:r>
          <a:r>
            <a:rPr lang="en-US"/>
            <a:t> for validation and complex business logic </a:t>
          </a:r>
        </a:p>
      </dgm:t>
    </dgm:pt>
    <dgm:pt modelId="{77F283C6-9DAE-4A14-A933-882834751B79}" type="parTrans" cxnId="{DBD19671-24C9-4F30-8616-E6D7F1E7F2C9}">
      <dgm:prSet/>
      <dgm:spPr/>
      <dgm:t>
        <a:bodyPr/>
        <a:lstStyle/>
        <a:p>
          <a:endParaRPr lang="en-US"/>
        </a:p>
      </dgm:t>
    </dgm:pt>
    <dgm:pt modelId="{196DDA62-67C3-4EB1-9835-3550358C584E}" type="sibTrans" cxnId="{DBD19671-24C9-4F30-8616-E6D7F1E7F2C9}">
      <dgm:prSet/>
      <dgm:spPr/>
      <dgm:t>
        <a:bodyPr/>
        <a:lstStyle/>
        <a:p>
          <a:endParaRPr lang="en-US"/>
        </a:p>
      </dgm:t>
    </dgm:pt>
    <dgm:pt modelId="{4ED57B15-7F7A-4B07-A0BD-A09EA07AB7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Best approach is a </a:t>
          </a:r>
          <a:r>
            <a:rPr lang="en-US" b="1"/>
            <a:t>hybrid architecture</a:t>
          </a:r>
          <a:r>
            <a:rPr lang="en-US"/>
            <a:t> combining both </a:t>
          </a:r>
        </a:p>
      </dgm:t>
    </dgm:pt>
    <dgm:pt modelId="{85B7405C-29F7-4912-BED7-AB9513189CCD}" type="parTrans" cxnId="{5899D79C-92FB-4C24-B98C-5C77B38D76F9}">
      <dgm:prSet/>
      <dgm:spPr/>
      <dgm:t>
        <a:bodyPr/>
        <a:lstStyle/>
        <a:p>
          <a:endParaRPr lang="en-US"/>
        </a:p>
      </dgm:t>
    </dgm:pt>
    <dgm:pt modelId="{DEA42341-9464-4869-8602-4B0406766DED}" type="sibTrans" cxnId="{5899D79C-92FB-4C24-B98C-5C77B38D76F9}">
      <dgm:prSet/>
      <dgm:spPr/>
      <dgm:t>
        <a:bodyPr/>
        <a:lstStyle/>
        <a:p>
          <a:endParaRPr lang="en-US"/>
        </a:p>
      </dgm:t>
    </dgm:pt>
    <dgm:pt modelId="{010B5F3A-1064-423B-AEED-4F3867B387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Logic Apps provide </a:t>
          </a:r>
          <a:r>
            <a:rPr lang="en-US" b="1"/>
            <a:t>faster development and easier monitoring</a:t>
          </a:r>
          <a:r>
            <a:rPr lang="en-US"/>
            <a:t> </a:t>
          </a:r>
        </a:p>
      </dgm:t>
    </dgm:pt>
    <dgm:pt modelId="{50C61486-AE09-4D2E-A630-5091B4E839AC}" type="parTrans" cxnId="{47ADAEDD-8F32-49EB-B361-BC106FE33B5C}">
      <dgm:prSet/>
      <dgm:spPr/>
      <dgm:t>
        <a:bodyPr/>
        <a:lstStyle/>
        <a:p>
          <a:endParaRPr lang="en-US"/>
        </a:p>
      </dgm:t>
    </dgm:pt>
    <dgm:pt modelId="{D4C2F827-F229-4EB7-A411-50ECD978FB97}" type="sibTrans" cxnId="{47ADAEDD-8F32-49EB-B361-BC106FE33B5C}">
      <dgm:prSet/>
      <dgm:spPr/>
      <dgm:t>
        <a:bodyPr/>
        <a:lstStyle/>
        <a:p>
          <a:endParaRPr lang="en-US"/>
        </a:p>
      </dgm:t>
    </dgm:pt>
    <dgm:pt modelId="{DDA230E3-89E7-42A5-B006-FB2835CECB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Functions offer </a:t>
          </a:r>
          <a:r>
            <a:rPr lang="en-US" b="1"/>
            <a:t>better control, scalability, and performance</a:t>
          </a:r>
          <a:endParaRPr lang="en-US"/>
        </a:p>
      </dgm:t>
    </dgm:pt>
    <dgm:pt modelId="{8CA7CC0D-1A20-45DB-ADAF-EA2215AEDF27}" type="parTrans" cxnId="{F442769A-3852-42BA-8331-69CF020DCD5C}">
      <dgm:prSet/>
      <dgm:spPr/>
      <dgm:t>
        <a:bodyPr/>
        <a:lstStyle/>
        <a:p>
          <a:endParaRPr lang="en-US"/>
        </a:p>
      </dgm:t>
    </dgm:pt>
    <dgm:pt modelId="{BECE9180-0153-458B-8360-411824D8D552}" type="sibTrans" cxnId="{F442769A-3852-42BA-8331-69CF020DCD5C}">
      <dgm:prSet/>
      <dgm:spPr/>
      <dgm:t>
        <a:bodyPr/>
        <a:lstStyle/>
        <a:p>
          <a:endParaRPr lang="en-US"/>
        </a:p>
      </dgm:t>
    </dgm:pt>
    <dgm:pt modelId="{27A95223-8298-4664-AA44-906B98C81CD3}" type="pres">
      <dgm:prSet presAssocID="{57CABF28-9D94-434C-A36D-62E24D1F53E0}" presName="root" presStyleCnt="0">
        <dgm:presLayoutVars>
          <dgm:dir/>
          <dgm:resizeHandles val="exact"/>
        </dgm:presLayoutVars>
      </dgm:prSet>
      <dgm:spPr/>
    </dgm:pt>
    <dgm:pt modelId="{3ED99F91-5927-4934-892A-528F41AF1211}" type="pres">
      <dgm:prSet presAssocID="{36AD1345-9797-4B15-B57D-7D506E8D2CDB}" presName="compNode" presStyleCnt="0"/>
      <dgm:spPr/>
    </dgm:pt>
    <dgm:pt modelId="{67897394-B8D9-4939-B042-832CEE178FF1}" type="pres">
      <dgm:prSet presAssocID="{36AD1345-9797-4B15-B57D-7D506E8D2CDB}" presName="bgRect" presStyleLbl="bgShp" presStyleIdx="0" presStyleCnt="5"/>
      <dgm:spPr/>
    </dgm:pt>
    <dgm:pt modelId="{1240F8BE-E7C1-44AF-BD8F-7078249753C9}" type="pres">
      <dgm:prSet presAssocID="{36AD1345-9797-4B15-B57D-7D506E8D2CDB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0BD8507-02A7-445D-A744-9DECACB63F65}" type="pres">
      <dgm:prSet presAssocID="{36AD1345-9797-4B15-B57D-7D506E8D2CDB}" presName="spaceRect" presStyleCnt="0"/>
      <dgm:spPr/>
    </dgm:pt>
    <dgm:pt modelId="{22D21E3F-47D4-4E9A-8BD3-A165D7407AA1}" type="pres">
      <dgm:prSet presAssocID="{36AD1345-9797-4B15-B57D-7D506E8D2CDB}" presName="parTx" presStyleLbl="revTx" presStyleIdx="0" presStyleCnt="5">
        <dgm:presLayoutVars>
          <dgm:chMax val="0"/>
          <dgm:chPref val="0"/>
        </dgm:presLayoutVars>
      </dgm:prSet>
      <dgm:spPr/>
    </dgm:pt>
    <dgm:pt modelId="{4E554195-7601-4F41-ADAF-85BCFC3B50F5}" type="pres">
      <dgm:prSet presAssocID="{E1D248D3-F41E-4563-9C6A-10FF04E12325}" presName="sibTrans" presStyleCnt="0"/>
      <dgm:spPr/>
    </dgm:pt>
    <dgm:pt modelId="{DD5AEB98-B22C-490D-A46B-12E1C41C68B4}" type="pres">
      <dgm:prSet presAssocID="{BCABCD1B-FB3A-4E15-BA9D-83830F2C4464}" presName="compNode" presStyleCnt="0"/>
      <dgm:spPr/>
    </dgm:pt>
    <dgm:pt modelId="{C612AC5F-6CC2-4FD9-BD55-7A3B488F313E}" type="pres">
      <dgm:prSet presAssocID="{BCABCD1B-FB3A-4E15-BA9D-83830F2C4464}" presName="bgRect" presStyleLbl="bgShp" presStyleIdx="1" presStyleCnt="5"/>
      <dgm:spPr/>
    </dgm:pt>
    <dgm:pt modelId="{DAD42351-94D8-4054-B132-6E004C6AF655}" type="pres">
      <dgm:prSet presAssocID="{BCABCD1B-FB3A-4E15-BA9D-83830F2C4464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2E7DA21-351F-4C06-889D-0BFB89636EC4}" type="pres">
      <dgm:prSet presAssocID="{BCABCD1B-FB3A-4E15-BA9D-83830F2C4464}" presName="spaceRect" presStyleCnt="0"/>
      <dgm:spPr/>
    </dgm:pt>
    <dgm:pt modelId="{132529DB-A58C-4C17-932B-1F20EC555693}" type="pres">
      <dgm:prSet presAssocID="{BCABCD1B-FB3A-4E15-BA9D-83830F2C4464}" presName="parTx" presStyleLbl="revTx" presStyleIdx="1" presStyleCnt="5">
        <dgm:presLayoutVars>
          <dgm:chMax val="0"/>
          <dgm:chPref val="0"/>
        </dgm:presLayoutVars>
      </dgm:prSet>
      <dgm:spPr/>
    </dgm:pt>
    <dgm:pt modelId="{7EDAA818-4344-4FCE-BD18-8EE65F42F7F9}" type="pres">
      <dgm:prSet presAssocID="{196DDA62-67C3-4EB1-9835-3550358C584E}" presName="sibTrans" presStyleCnt="0"/>
      <dgm:spPr/>
    </dgm:pt>
    <dgm:pt modelId="{EFAA2853-3F10-46BB-871A-9F9E62B62155}" type="pres">
      <dgm:prSet presAssocID="{4ED57B15-7F7A-4B07-A0BD-A09EA07AB7AA}" presName="compNode" presStyleCnt="0"/>
      <dgm:spPr/>
    </dgm:pt>
    <dgm:pt modelId="{C3CB44F2-E920-4E4A-8F39-6F9792353041}" type="pres">
      <dgm:prSet presAssocID="{4ED57B15-7F7A-4B07-A0BD-A09EA07AB7AA}" presName="bgRect" presStyleLbl="bgShp" presStyleIdx="2" presStyleCnt="5"/>
      <dgm:spPr/>
    </dgm:pt>
    <dgm:pt modelId="{2AD8FB69-C739-425B-8710-E6F9ACBE3E00}" type="pres">
      <dgm:prSet presAssocID="{4ED57B15-7F7A-4B07-A0BD-A09EA07AB7AA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85B3C80-F04F-463C-887A-2C8CB93C4EEF}" type="pres">
      <dgm:prSet presAssocID="{4ED57B15-7F7A-4B07-A0BD-A09EA07AB7AA}" presName="spaceRect" presStyleCnt="0"/>
      <dgm:spPr/>
    </dgm:pt>
    <dgm:pt modelId="{B39697C3-0E66-4638-B9AE-411DC0F7B526}" type="pres">
      <dgm:prSet presAssocID="{4ED57B15-7F7A-4B07-A0BD-A09EA07AB7AA}" presName="parTx" presStyleLbl="revTx" presStyleIdx="2" presStyleCnt="5">
        <dgm:presLayoutVars>
          <dgm:chMax val="0"/>
          <dgm:chPref val="0"/>
        </dgm:presLayoutVars>
      </dgm:prSet>
      <dgm:spPr/>
    </dgm:pt>
    <dgm:pt modelId="{3CE094DD-CF6E-43C6-B7F2-7F6F9C257454}" type="pres">
      <dgm:prSet presAssocID="{DEA42341-9464-4869-8602-4B0406766DED}" presName="sibTrans" presStyleCnt="0"/>
      <dgm:spPr/>
    </dgm:pt>
    <dgm:pt modelId="{BB3F3BF0-147D-470B-B8A2-1B04B7BD2BFB}" type="pres">
      <dgm:prSet presAssocID="{010B5F3A-1064-423B-AEED-4F3867B387F0}" presName="compNode" presStyleCnt="0"/>
      <dgm:spPr/>
    </dgm:pt>
    <dgm:pt modelId="{18C0D869-0886-459D-BBA5-41921138EB52}" type="pres">
      <dgm:prSet presAssocID="{010B5F3A-1064-423B-AEED-4F3867B387F0}" presName="bgRect" presStyleLbl="bgShp" presStyleIdx="3" presStyleCnt="5"/>
      <dgm:spPr/>
    </dgm:pt>
    <dgm:pt modelId="{E38AABA5-26B4-4EE0-B313-C79CBFE07DA6}" type="pres">
      <dgm:prSet presAssocID="{010B5F3A-1064-423B-AEED-4F3867B387F0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B860A2AC-C173-4568-9CC0-FB881D9A745F}" type="pres">
      <dgm:prSet presAssocID="{010B5F3A-1064-423B-AEED-4F3867B387F0}" presName="spaceRect" presStyleCnt="0"/>
      <dgm:spPr/>
    </dgm:pt>
    <dgm:pt modelId="{6B5B977D-4E57-4703-9276-0A04E48C812D}" type="pres">
      <dgm:prSet presAssocID="{010B5F3A-1064-423B-AEED-4F3867B387F0}" presName="parTx" presStyleLbl="revTx" presStyleIdx="3" presStyleCnt="5">
        <dgm:presLayoutVars>
          <dgm:chMax val="0"/>
          <dgm:chPref val="0"/>
        </dgm:presLayoutVars>
      </dgm:prSet>
      <dgm:spPr/>
    </dgm:pt>
    <dgm:pt modelId="{F098DEFF-8725-4844-BC38-368A9775A0F2}" type="pres">
      <dgm:prSet presAssocID="{D4C2F827-F229-4EB7-A411-50ECD978FB97}" presName="sibTrans" presStyleCnt="0"/>
      <dgm:spPr/>
    </dgm:pt>
    <dgm:pt modelId="{5835E101-42F7-4700-B8DE-ABFB60DA796B}" type="pres">
      <dgm:prSet presAssocID="{DDA230E3-89E7-42A5-B006-FB2835CECB97}" presName="compNode" presStyleCnt="0"/>
      <dgm:spPr/>
    </dgm:pt>
    <dgm:pt modelId="{A5EFE538-6EA6-43AD-A15F-29B850E167ED}" type="pres">
      <dgm:prSet presAssocID="{DDA230E3-89E7-42A5-B006-FB2835CECB97}" presName="bgRect" presStyleLbl="bgShp" presStyleIdx="4" presStyleCnt="5"/>
      <dgm:spPr/>
    </dgm:pt>
    <dgm:pt modelId="{37F33639-D59B-41B6-B743-3CB58BEDD007}" type="pres">
      <dgm:prSet presAssocID="{DDA230E3-89E7-42A5-B006-FB2835CECB97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92B5575-53ED-41C8-9CD8-78CA6B444708}" type="pres">
      <dgm:prSet presAssocID="{DDA230E3-89E7-42A5-B006-FB2835CECB97}" presName="spaceRect" presStyleCnt="0"/>
      <dgm:spPr/>
    </dgm:pt>
    <dgm:pt modelId="{A2F0B59D-09CE-4139-9C10-118B73AE8C4D}" type="pres">
      <dgm:prSet presAssocID="{DDA230E3-89E7-42A5-B006-FB2835CECB9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5565B03-D512-43C2-8477-4CD54909A7A4}" type="presOf" srcId="{010B5F3A-1064-423B-AEED-4F3867B387F0}" destId="{6B5B977D-4E57-4703-9276-0A04E48C812D}" srcOrd="0" destOrd="0" presId="urn:microsoft.com/office/officeart/2018/2/layout/IconVerticalSolidList"/>
    <dgm:cxn modelId="{1C4EFA1E-77DA-442F-A3F2-3295807C2242}" type="presOf" srcId="{57CABF28-9D94-434C-A36D-62E24D1F53E0}" destId="{27A95223-8298-4664-AA44-906B98C81CD3}" srcOrd="0" destOrd="0" presId="urn:microsoft.com/office/officeart/2018/2/layout/IconVerticalSolidList"/>
    <dgm:cxn modelId="{CC8A281F-BD68-443F-83A9-A31B35B823F3}" srcId="{57CABF28-9D94-434C-A36D-62E24D1F53E0}" destId="{36AD1345-9797-4B15-B57D-7D506E8D2CDB}" srcOrd="0" destOrd="0" parTransId="{B74CF442-D5B4-4CAC-837D-37D0D4266045}" sibTransId="{E1D248D3-F41E-4563-9C6A-10FF04E12325}"/>
    <dgm:cxn modelId="{DBD19671-24C9-4F30-8616-E6D7F1E7F2C9}" srcId="{57CABF28-9D94-434C-A36D-62E24D1F53E0}" destId="{BCABCD1B-FB3A-4E15-BA9D-83830F2C4464}" srcOrd="1" destOrd="0" parTransId="{77F283C6-9DAE-4A14-A933-882834751B79}" sibTransId="{196DDA62-67C3-4EB1-9835-3550358C584E}"/>
    <dgm:cxn modelId="{444FA37A-3742-4C61-B698-A77866F2C411}" type="presOf" srcId="{36AD1345-9797-4B15-B57D-7D506E8D2CDB}" destId="{22D21E3F-47D4-4E9A-8BD3-A165D7407AA1}" srcOrd="0" destOrd="0" presId="urn:microsoft.com/office/officeart/2018/2/layout/IconVerticalSolidList"/>
    <dgm:cxn modelId="{F0084189-E01F-40CF-9788-8E727F24277C}" type="presOf" srcId="{DDA230E3-89E7-42A5-B006-FB2835CECB97}" destId="{A2F0B59D-09CE-4139-9C10-118B73AE8C4D}" srcOrd="0" destOrd="0" presId="urn:microsoft.com/office/officeart/2018/2/layout/IconVerticalSolidList"/>
    <dgm:cxn modelId="{F442769A-3852-42BA-8331-69CF020DCD5C}" srcId="{57CABF28-9D94-434C-A36D-62E24D1F53E0}" destId="{DDA230E3-89E7-42A5-B006-FB2835CECB97}" srcOrd="4" destOrd="0" parTransId="{8CA7CC0D-1A20-45DB-ADAF-EA2215AEDF27}" sibTransId="{BECE9180-0153-458B-8360-411824D8D552}"/>
    <dgm:cxn modelId="{67B1009C-6B8F-4A47-87C9-1107CAC50F8B}" type="presOf" srcId="{BCABCD1B-FB3A-4E15-BA9D-83830F2C4464}" destId="{132529DB-A58C-4C17-932B-1F20EC555693}" srcOrd="0" destOrd="0" presId="urn:microsoft.com/office/officeart/2018/2/layout/IconVerticalSolidList"/>
    <dgm:cxn modelId="{5899D79C-92FB-4C24-B98C-5C77B38D76F9}" srcId="{57CABF28-9D94-434C-A36D-62E24D1F53E0}" destId="{4ED57B15-7F7A-4B07-A0BD-A09EA07AB7AA}" srcOrd="2" destOrd="0" parTransId="{85B7405C-29F7-4912-BED7-AB9513189CCD}" sibTransId="{DEA42341-9464-4869-8602-4B0406766DED}"/>
    <dgm:cxn modelId="{FAA5F79E-02C1-4EE0-95AE-9BBFBE018100}" type="presOf" srcId="{4ED57B15-7F7A-4B07-A0BD-A09EA07AB7AA}" destId="{B39697C3-0E66-4638-B9AE-411DC0F7B526}" srcOrd="0" destOrd="0" presId="urn:microsoft.com/office/officeart/2018/2/layout/IconVerticalSolidList"/>
    <dgm:cxn modelId="{47ADAEDD-8F32-49EB-B361-BC106FE33B5C}" srcId="{57CABF28-9D94-434C-A36D-62E24D1F53E0}" destId="{010B5F3A-1064-423B-AEED-4F3867B387F0}" srcOrd="3" destOrd="0" parTransId="{50C61486-AE09-4D2E-A630-5091B4E839AC}" sibTransId="{D4C2F827-F229-4EB7-A411-50ECD978FB97}"/>
    <dgm:cxn modelId="{80A1DACC-C247-4BC5-8E0C-F22C0D9CEC56}" type="presParOf" srcId="{27A95223-8298-4664-AA44-906B98C81CD3}" destId="{3ED99F91-5927-4934-892A-528F41AF1211}" srcOrd="0" destOrd="0" presId="urn:microsoft.com/office/officeart/2018/2/layout/IconVerticalSolidList"/>
    <dgm:cxn modelId="{7A12A7AD-F1A3-42DF-80D4-F9726A95CFE3}" type="presParOf" srcId="{3ED99F91-5927-4934-892A-528F41AF1211}" destId="{67897394-B8D9-4939-B042-832CEE178FF1}" srcOrd="0" destOrd="0" presId="urn:microsoft.com/office/officeart/2018/2/layout/IconVerticalSolidList"/>
    <dgm:cxn modelId="{2ADB83AB-75BC-460C-B27F-6A436558DB71}" type="presParOf" srcId="{3ED99F91-5927-4934-892A-528F41AF1211}" destId="{1240F8BE-E7C1-44AF-BD8F-7078249753C9}" srcOrd="1" destOrd="0" presId="urn:microsoft.com/office/officeart/2018/2/layout/IconVerticalSolidList"/>
    <dgm:cxn modelId="{542467B1-0B63-41BB-BCE9-C4BD72D0BADC}" type="presParOf" srcId="{3ED99F91-5927-4934-892A-528F41AF1211}" destId="{30BD8507-02A7-445D-A744-9DECACB63F65}" srcOrd="2" destOrd="0" presId="urn:microsoft.com/office/officeart/2018/2/layout/IconVerticalSolidList"/>
    <dgm:cxn modelId="{114E769F-744E-4DAA-BC90-ED5024C5385F}" type="presParOf" srcId="{3ED99F91-5927-4934-892A-528F41AF1211}" destId="{22D21E3F-47D4-4E9A-8BD3-A165D7407AA1}" srcOrd="3" destOrd="0" presId="urn:microsoft.com/office/officeart/2018/2/layout/IconVerticalSolidList"/>
    <dgm:cxn modelId="{3C7753E9-7C3E-46A8-960A-A872E3A1A5D7}" type="presParOf" srcId="{27A95223-8298-4664-AA44-906B98C81CD3}" destId="{4E554195-7601-4F41-ADAF-85BCFC3B50F5}" srcOrd="1" destOrd="0" presId="urn:microsoft.com/office/officeart/2018/2/layout/IconVerticalSolidList"/>
    <dgm:cxn modelId="{A88A234D-D182-4EDE-8F65-F12F7E420C84}" type="presParOf" srcId="{27A95223-8298-4664-AA44-906B98C81CD3}" destId="{DD5AEB98-B22C-490D-A46B-12E1C41C68B4}" srcOrd="2" destOrd="0" presId="urn:microsoft.com/office/officeart/2018/2/layout/IconVerticalSolidList"/>
    <dgm:cxn modelId="{9ECA1D1D-C5B3-478F-A9B4-867107A2D401}" type="presParOf" srcId="{DD5AEB98-B22C-490D-A46B-12E1C41C68B4}" destId="{C612AC5F-6CC2-4FD9-BD55-7A3B488F313E}" srcOrd="0" destOrd="0" presId="urn:microsoft.com/office/officeart/2018/2/layout/IconVerticalSolidList"/>
    <dgm:cxn modelId="{80630361-2032-487A-9105-76ED83501AE4}" type="presParOf" srcId="{DD5AEB98-B22C-490D-A46B-12E1C41C68B4}" destId="{DAD42351-94D8-4054-B132-6E004C6AF655}" srcOrd="1" destOrd="0" presId="urn:microsoft.com/office/officeart/2018/2/layout/IconVerticalSolidList"/>
    <dgm:cxn modelId="{1C218F0A-9CD0-428A-8CCA-B3ED12D48256}" type="presParOf" srcId="{DD5AEB98-B22C-490D-A46B-12E1C41C68B4}" destId="{A2E7DA21-351F-4C06-889D-0BFB89636EC4}" srcOrd="2" destOrd="0" presId="urn:microsoft.com/office/officeart/2018/2/layout/IconVerticalSolidList"/>
    <dgm:cxn modelId="{D0FC359C-8AA6-4B90-85FA-AB0E212E4852}" type="presParOf" srcId="{DD5AEB98-B22C-490D-A46B-12E1C41C68B4}" destId="{132529DB-A58C-4C17-932B-1F20EC555693}" srcOrd="3" destOrd="0" presId="urn:microsoft.com/office/officeart/2018/2/layout/IconVerticalSolidList"/>
    <dgm:cxn modelId="{1C3CA153-3631-4D17-9223-F4A23A755DA5}" type="presParOf" srcId="{27A95223-8298-4664-AA44-906B98C81CD3}" destId="{7EDAA818-4344-4FCE-BD18-8EE65F42F7F9}" srcOrd="3" destOrd="0" presId="urn:microsoft.com/office/officeart/2018/2/layout/IconVerticalSolidList"/>
    <dgm:cxn modelId="{4FDCBA42-10BF-4DE3-A39E-5B9DDFC6F893}" type="presParOf" srcId="{27A95223-8298-4664-AA44-906B98C81CD3}" destId="{EFAA2853-3F10-46BB-871A-9F9E62B62155}" srcOrd="4" destOrd="0" presId="urn:microsoft.com/office/officeart/2018/2/layout/IconVerticalSolidList"/>
    <dgm:cxn modelId="{9CFC3864-2131-4CEE-818A-7D1A2B60CF9B}" type="presParOf" srcId="{EFAA2853-3F10-46BB-871A-9F9E62B62155}" destId="{C3CB44F2-E920-4E4A-8F39-6F9792353041}" srcOrd="0" destOrd="0" presId="urn:microsoft.com/office/officeart/2018/2/layout/IconVerticalSolidList"/>
    <dgm:cxn modelId="{9DCA60C5-DDCA-423E-B923-D4E4323F2321}" type="presParOf" srcId="{EFAA2853-3F10-46BB-871A-9F9E62B62155}" destId="{2AD8FB69-C739-425B-8710-E6F9ACBE3E00}" srcOrd="1" destOrd="0" presId="urn:microsoft.com/office/officeart/2018/2/layout/IconVerticalSolidList"/>
    <dgm:cxn modelId="{364029E7-BA8F-4440-8D62-0F24907ED6FE}" type="presParOf" srcId="{EFAA2853-3F10-46BB-871A-9F9E62B62155}" destId="{C85B3C80-F04F-463C-887A-2C8CB93C4EEF}" srcOrd="2" destOrd="0" presId="urn:microsoft.com/office/officeart/2018/2/layout/IconVerticalSolidList"/>
    <dgm:cxn modelId="{15B60AD7-3906-4164-B844-A72AEBF560BA}" type="presParOf" srcId="{EFAA2853-3F10-46BB-871A-9F9E62B62155}" destId="{B39697C3-0E66-4638-B9AE-411DC0F7B526}" srcOrd="3" destOrd="0" presId="urn:microsoft.com/office/officeart/2018/2/layout/IconVerticalSolidList"/>
    <dgm:cxn modelId="{74A69DEB-D136-49E4-B67A-E079151A047C}" type="presParOf" srcId="{27A95223-8298-4664-AA44-906B98C81CD3}" destId="{3CE094DD-CF6E-43C6-B7F2-7F6F9C257454}" srcOrd="5" destOrd="0" presId="urn:microsoft.com/office/officeart/2018/2/layout/IconVerticalSolidList"/>
    <dgm:cxn modelId="{84ABE963-AEB5-4E85-99AB-C820D99F4052}" type="presParOf" srcId="{27A95223-8298-4664-AA44-906B98C81CD3}" destId="{BB3F3BF0-147D-470B-B8A2-1B04B7BD2BFB}" srcOrd="6" destOrd="0" presId="urn:microsoft.com/office/officeart/2018/2/layout/IconVerticalSolidList"/>
    <dgm:cxn modelId="{F8BC824B-3006-42AA-8B05-56A4AD97D828}" type="presParOf" srcId="{BB3F3BF0-147D-470B-B8A2-1B04B7BD2BFB}" destId="{18C0D869-0886-459D-BBA5-41921138EB52}" srcOrd="0" destOrd="0" presId="urn:microsoft.com/office/officeart/2018/2/layout/IconVerticalSolidList"/>
    <dgm:cxn modelId="{DE9B3FF9-E13D-439B-A1C2-578D9233F985}" type="presParOf" srcId="{BB3F3BF0-147D-470B-B8A2-1B04B7BD2BFB}" destId="{E38AABA5-26B4-4EE0-B313-C79CBFE07DA6}" srcOrd="1" destOrd="0" presId="urn:microsoft.com/office/officeart/2018/2/layout/IconVerticalSolidList"/>
    <dgm:cxn modelId="{1D1214A9-569C-4D6E-BAB3-4A00E795470B}" type="presParOf" srcId="{BB3F3BF0-147D-470B-B8A2-1B04B7BD2BFB}" destId="{B860A2AC-C173-4568-9CC0-FB881D9A745F}" srcOrd="2" destOrd="0" presId="urn:microsoft.com/office/officeart/2018/2/layout/IconVerticalSolidList"/>
    <dgm:cxn modelId="{98BDD790-F616-400F-ABB3-0C1236ECAAF4}" type="presParOf" srcId="{BB3F3BF0-147D-470B-B8A2-1B04B7BD2BFB}" destId="{6B5B977D-4E57-4703-9276-0A04E48C812D}" srcOrd="3" destOrd="0" presId="urn:microsoft.com/office/officeart/2018/2/layout/IconVerticalSolidList"/>
    <dgm:cxn modelId="{5E4D7EAE-6269-485F-9B34-80ADFD09F09B}" type="presParOf" srcId="{27A95223-8298-4664-AA44-906B98C81CD3}" destId="{F098DEFF-8725-4844-BC38-368A9775A0F2}" srcOrd="7" destOrd="0" presId="urn:microsoft.com/office/officeart/2018/2/layout/IconVerticalSolidList"/>
    <dgm:cxn modelId="{873D38D9-7204-40C1-B05D-F051B3F924D6}" type="presParOf" srcId="{27A95223-8298-4664-AA44-906B98C81CD3}" destId="{5835E101-42F7-4700-B8DE-ABFB60DA796B}" srcOrd="8" destOrd="0" presId="urn:microsoft.com/office/officeart/2018/2/layout/IconVerticalSolidList"/>
    <dgm:cxn modelId="{224EE905-7635-41DB-AEE4-589B96297122}" type="presParOf" srcId="{5835E101-42F7-4700-B8DE-ABFB60DA796B}" destId="{A5EFE538-6EA6-43AD-A15F-29B850E167ED}" srcOrd="0" destOrd="0" presId="urn:microsoft.com/office/officeart/2018/2/layout/IconVerticalSolidList"/>
    <dgm:cxn modelId="{99BCE63B-E59F-4C4D-9EC4-C7394CCF7E4B}" type="presParOf" srcId="{5835E101-42F7-4700-B8DE-ABFB60DA796B}" destId="{37F33639-D59B-41B6-B743-3CB58BEDD007}" srcOrd="1" destOrd="0" presId="urn:microsoft.com/office/officeart/2018/2/layout/IconVerticalSolidList"/>
    <dgm:cxn modelId="{7C108E53-0D7B-45ED-BF54-EE270AED39A2}" type="presParOf" srcId="{5835E101-42F7-4700-B8DE-ABFB60DA796B}" destId="{692B5575-53ED-41C8-9CD8-78CA6B444708}" srcOrd="2" destOrd="0" presId="urn:microsoft.com/office/officeart/2018/2/layout/IconVerticalSolidList"/>
    <dgm:cxn modelId="{95A2A86A-7730-4729-913E-4B4F0BED611E}" type="presParOf" srcId="{5835E101-42F7-4700-B8DE-ABFB60DA796B}" destId="{A2F0B59D-09CE-4139-9C10-118B73AE8C4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925B843-D7FE-4B59-85A1-923D93C0E00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4426E3D-5222-4415-8C2E-86F4D4D3CCE2}">
      <dgm:prSet/>
      <dgm:spPr/>
      <dgm:t>
        <a:bodyPr/>
        <a:lstStyle/>
        <a:p>
          <a:r>
            <a:rPr lang="en-US" b="0" i="0" baseline="0"/>
            <a:t>Logic Apps simplify building </a:t>
          </a:r>
          <a:r>
            <a:rPr lang="en-US" b="1" i="0" baseline="0"/>
            <a:t>event-driven workflows</a:t>
          </a:r>
          <a:r>
            <a:rPr lang="en-US" b="0" i="0" baseline="0"/>
            <a:t> </a:t>
          </a:r>
          <a:endParaRPr lang="en-US"/>
        </a:p>
      </dgm:t>
    </dgm:pt>
    <dgm:pt modelId="{44D44EBD-9E81-4E6E-9BD2-D2F3B96BF1F9}" type="parTrans" cxnId="{4A382DA3-1CB7-4D26-8C71-B3668207A4A6}">
      <dgm:prSet/>
      <dgm:spPr/>
      <dgm:t>
        <a:bodyPr/>
        <a:lstStyle/>
        <a:p>
          <a:endParaRPr lang="en-US"/>
        </a:p>
      </dgm:t>
    </dgm:pt>
    <dgm:pt modelId="{9DDBDE26-E3FE-434A-B86A-47D026C3C9A9}" type="sibTrans" cxnId="{4A382DA3-1CB7-4D26-8C71-B3668207A4A6}">
      <dgm:prSet/>
      <dgm:spPr/>
      <dgm:t>
        <a:bodyPr/>
        <a:lstStyle/>
        <a:p>
          <a:endParaRPr lang="en-US"/>
        </a:p>
      </dgm:t>
    </dgm:pt>
    <dgm:pt modelId="{8A3D2DE3-DFC0-499A-B1D4-93F77C4D279D}">
      <dgm:prSet/>
      <dgm:spPr/>
      <dgm:t>
        <a:bodyPr/>
        <a:lstStyle/>
        <a:p>
          <a:r>
            <a:rPr lang="en-US" b="0" i="0" baseline="0"/>
            <a:t>Service Bus improves </a:t>
          </a:r>
          <a:r>
            <a:rPr lang="en-US" b="1" i="0" baseline="0"/>
            <a:t>scalability and decoupling of components</a:t>
          </a:r>
          <a:r>
            <a:rPr lang="en-US" b="0" i="0" baseline="0"/>
            <a:t> </a:t>
          </a:r>
          <a:endParaRPr lang="en-US"/>
        </a:p>
      </dgm:t>
    </dgm:pt>
    <dgm:pt modelId="{792BD625-DBA6-4F67-BF34-D5AB67D14E82}" type="parTrans" cxnId="{E75950C8-788D-4952-AE42-CB72E7CF4CF9}">
      <dgm:prSet/>
      <dgm:spPr/>
      <dgm:t>
        <a:bodyPr/>
        <a:lstStyle/>
        <a:p>
          <a:endParaRPr lang="en-US"/>
        </a:p>
      </dgm:t>
    </dgm:pt>
    <dgm:pt modelId="{70DBCB64-7936-47DD-8A62-5C507C63C449}" type="sibTrans" cxnId="{E75950C8-788D-4952-AE42-CB72E7CF4CF9}">
      <dgm:prSet/>
      <dgm:spPr/>
      <dgm:t>
        <a:bodyPr/>
        <a:lstStyle/>
        <a:p>
          <a:endParaRPr lang="en-US"/>
        </a:p>
      </dgm:t>
    </dgm:pt>
    <dgm:pt modelId="{0E6D5249-5EAD-4073-81EC-F89EDB85D80A}">
      <dgm:prSet/>
      <dgm:spPr/>
      <dgm:t>
        <a:bodyPr/>
        <a:lstStyle/>
        <a:p>
          <a:r>
            <a:rPr lang="en-US" b="0" i="0" baseline="0"/>
            <a:t>Separating validation into Functions improves </a:t>
          </a:r>
          <a:r>
            <a:rPr lang="en-US" b="1" i="0" baseline="0"/>
            <a:t>modularity and reusability</a:t>
          </a:r>
          <a:r>
            <a:rPr lang="en-US" b="0" i="0" baseline="0"/>
            <a:t> </a:t>
          </a:r>
          <a:endParaRPr lang="en-US"/>
        </a:p>
      </dgm:t>
    </dgm:pt>
    <dgm:pt modelId="{117BB2AA-C093-4BAD-98A5-8FF2D5264BE3}" type="parTrans" cxnId="{EC1E7C34-B393-4D9D-863D-9E42EC998B3F}">
      <dgm:prSet/>
      <dgm:spPr/>
      <dgm:t>
        <a:bodyPr/>
        <a:lstStyle/>
        <a:p>
          <a:endParaRPr lang="en-US"/>
        </a:p>
      </dgm:t>
    </dgm:pt>
    <dgm:pt modelId="{5FC737E5-9C4C-4878-92F5-0A07E9106614}" type="sibTrans" cxnId="{EC1E7C34-B393-4D9D-863D-9E42EC998B3F}">
      <dgm:prSet/>
      <dgm:spPr/>
      <dgm:t>
        <a:bodyPr/>
        <a:lstStyle/>
        <a:p>
          <a:endParaRPr lang="en-US"/>
        </a:p>
      </dgm:t>
    </dgm:pt>
    <dgm:pt modelId="{ED9B5AFC-E6EF-408F-A373-B003CA559283}">
      <dgm:prSet/>
      <dgm:spPr/>
      <dgm:t>
        <a:bodyPr/>
        <a:lstStyle/>
        <a:p>
          <a:r>
            <a:rPr lang="en-US" b="0" i="0" baseline="0"/>
            <a:t>Debugging Logic Apps using </a:t>
          </a:r>
          <a:r>
            <a:rPr lang="en-US" b="1" i="0" baseline="0"/>
            <a:t>run history is very effective</a:t>
          </a:r>
          <a:r>
            <a:rPr lang="en-US" b="0" i="0" baseline="0"/>
            <a:t> </a:t>
          </a:r>
          <a:endParaRPr lang="en-US"/>
        </a:p>
      </dgm:t>
    </dgm:pt>
    <dgm:pt modelId="{5CAF40E7-AFE9-402B-9BC5-12A19FB79E1A}" type="parTrans" cxnId="{46AC3746-FBA1-4D38-AA55-C61DF67CD51F}">
      <dgm:prSet/>
      <dgm:spPr/>
      <dgm:t>
        <a:bodyPr/>
        <a:lstStyle/>
        <a:p>
          <a:endParaRPr lang="en-US"/>
        </a:p>
      </dgm:t>
    </dgm:pt>
    <dgm:pt modelId="{2E5A690E-5B35-4513-B663-8184150A377D}" type="sibTrans" cxnId="{46AC3746-FBA1-4D38-AA55-C61DF67CD51F}">
      <dgm:prSet/>
      <dgm:spPr/>
      <dgm:t>
        <a:bodyPr/>
        <a:lstStyle/>
        <a:p>
          <a:endParaRPr lang="en-US"/>
        </a:p>
      </dgm:t>
    </dgm:pt>
    <dgm:pt modelId="{220A2C01-89C6-4D07-AD6B-1CC53BF59575}">
      <dgm:prSet/>
      <dgm:spPr/>
      <dgm:t>
        <a:bodyPr/>
        <a:lstStyle/>
        <a:p>
          <a:r>
            <a:rPr lang="en-US" b="0" i="0" baseline="0"/>
            <a:t>Real-world systems often use a </a:t>
          </a:r>
          <a:r>
            <a:rPr lang="en-US" b="1" i="0" baseline="0"/>
            <a:t>combination of services instead of a single solution</a:t>
          </a:r>
          <a:r>
            <a:rPr lang="en-US" b="0" i="0" baseline="0"/>
            <a:t> </a:t>
          </a:r>
          <a:endParaRPr lang="en-US"/>
        </a:p>
      </dgm:t>
    </dgm:pt>
    <dgm:pt modelId="{80D63FDF-640B-4F19-B0DF-FC5037169E8B}" type="parTrans" cxnId="{75A48203-02A7-4FF2-B4F1-9416C88C0BE9}">
      <dgm:prSet/>
      <dgm:spPr/>
      <dgm:t>
        <a:bodyPr/>
        <a:lstStyle/>
        <a:p>
          <a:endParaRPr lang="en-US"/>
        </a:p>
      </dgm:t>
    </dgm:pt>
    <dgm:pt modelId="{FEF0E8A9-43C4-4A0F-96BA-A2C4C9640F8B}" type="sibTrans" cxnId="{75A48203-02A7-4FF2-B4F1-9416C88C0BE9}">
      <dgm:prSet/>
      <dgm:spPr/>
      <dgm:t>
        <a:bodyPr/>
        <a:lstStyle/>
        <a:p>
          <a:endParaRPr lang="en-US"/>
        </a:p>
      </dgm:t>
    </dgm:pt>
    <dgm:pt modelId="{2671420B-F75A-4BA2-9583-3210D98E84A1}" type="pres">
      <dgm:prSet presAssocID="{5925B843-D7FE-4B59-85A1-923D93C0E007}" presName="root" presStyleCnt="0">
        <dgm:presLayoutVars>
          <dgm:dir/>
          <dgm:resizeHandles val="exact"/>
        </dgm:presLayoutVars>
      </dgm:prSet>
      <dgm:spPr/>
    </dgm:pt>
    <dgm:pt modelId="{D12AD106-8AC8-4071-A9C2-002A6972F686}" type="pres">
      <dgm:prSet presAssocID="{C4426E3D-5222-4415-8C2E-86F4D4D3CCE2}" presName="compNode" presStyleCnt="0"/>
      <dgm:spPr/>
    </dgm:pt>
    <dgm:pt modelId="{F54DC196-D179-4237-8BDA-73BA13B42882}" type="pres">
      <dgm:prSet presAssocID="{C4426E3D-5222-4415-8C2E-86F4D4D3CCE2}" presName="bgRect" presStyleLbl="bgShp" presStyleIdx="0" presStyleCnt="5"/>
      <dgm:spPr/>
    </dgm:pt>
    <dgm:pt modelId="{9F60F667-6CF6-4AFC-B017-0874782B6AA7}" type="pres">
      <dgm:prSet presAssocID="{C4426E3D-5222-4415-8C2E-86F4D4D3CCE2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033E394-CE0E-41F9-9E99-F259FE4C90E7}" type="pres">
      <dgm:prSet presAssocID="{C4426E3D-5222-4415-8C2E-86F4D4D3CCE2}" presName="spaceRect" presStyleCnt="0"/>
      <dgm:spPr/>
    </dgm:pt>
    <dgm:pt modelId="{93F8414D-1A49-4DD1-9014-8988BE904E07}" type="pres">
      <dgm:prSet presAssocID="{C4426E3D-5222-4415-8C2E-86F4D4D3CCE2}" presName="parTx" presStyleLbl="revTx" presStyleIdx="0" presStyleCnt="5">
        <dgm:presLayoutVars>
          <dgm:chMax val="0"/>
          <dgm:chPref val="0"/>
        </dgm:presLayoutVars>
      </dgm:prSet>
      <dgm:spPr/>
    </dgm:pt>
    <dgm:pt modelId="{9F6CCE1F-7551-4B23-9E9E-9CAD17508AE0}" type="pres">
      <dgm:prSet presAssocID="{9DDBDE26-E3FE-434A-B86A-47D026C3C9A9}" presName="sibTrans" presStyleCnt="0"/>
      <dgm:spPr/>
    </dgm:pt>
    <dgm:pt modelId="{B82ED3AE-46F8-4E8F-B0F9-9B9EA818CF1D}" type="pres">
      <dgm:prSet presAssocID="{8A3D2DE3-DFC0-499A-B1D4-93F77C4D279D}" presName="compNode" presStyleCnt="0"/>
      <dgm:spPr/>
    </dgm:pt>
    <dgm:pt modelId="{F5BBDFD2-7D9F-482C-BF68-E4648500EE30}" type="pres">
      <dgm:prSet presAssocID="{8A3D2DE3-DFC0-499A-B1D4-93F77C4D279D}" presName="bgRect" presStyleLbl="bgShp" presStyleIdx="1" presStyleCnt="5"/>
      <dgm:spPr/>
    </dgm:pt>
    <dgm:pt modelId="{2D811BBB-3A71-4DBD-8EAF-CDDF5BCC49E9}" type="pres">
      <dgm:prSet presAssocID="{8A3D2DE3-DFC0-499A-B1D4-93F77C4D279D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"/>
        </a:ext>
      </dgm:extLst>
    </dgm:pt>
    <dgm:pt modelId="{D48A530D-17DE-40F2-BC06-08ADA0BA0EA6}" type="pres">
      <dgm:prSet presAssocID="{8A3D2DE3-DFC0-499A-B1D4-93F77C4D279D}" presName="spaceRect" presStyleCnt="0"/>
      <dgm:spPr/>
    </dgm:pt>
    <dgm:pt modelId="{6C82CC8D-3259-4427-A6A7-069C4522621F}" type="pres">
      <dgm:prSet presAssocID="{8A3D2DE3-DFC0-499A-B1D4-93F77C4D279D}" presName="parTx" presStyleLbl="revTx" presStyleIdx="1" presStyleCnt="5">
        <dgm:presLayoutVars>
          <dgm:chMax val="0"/>
          <dgm:chPref val="0"/>
        </dgm:presLayoutVars>
      </dgm:prSet>
      <dgm:spPr/>
    </dgm:pt>
    <dgm:pt modelId="{C83EF0DC-71DD-48EB-BCC6-9339B1DD7134}" type="pres">
      <dgm:prSet presAssocID="{70DBCB64-7936-47DD-8A62-5C507C63C449}" presName="sibTrans" presStyleCnt="0"/>
      <dgm:spPr/>
    </dgm:pt>
    <dgm:pt modelId="{C80CA0B7-DF24-4BE3-93C5-EF7CDB1E97B6}" type="pres">
      <dgm:prSet presAssocID="{0E6D5249-5EAD-4073-81EC-F89EDB85D80A}" presName="compNode" presStyleCnt="0"/>
      <dgm:spPr/>
    </dgm:pt>
    <dgm:pt modelId="{5C395C05-8667-4249-BEEC-C914F17C559C}" type="pres">
      <dgm:prSet presAssocID="{0E6D5249-5EAD-4073-81EC-F89EDB85D80A}" presName="bgRect" presStyleLbl="bgShp" presStyleIdx="2" presStyleCnt="5"/>
      <dgm:spPr/>
    </dgm:pt>
    <dgm:pt modelId="{495A6D3B-54E5-4418-8813-C5F3800AB479}" type="pres">
      <dgm:prSet presAssocID="{0E6D5249-5EAD-4073-81EC-F89EDB85D80A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676A7C2-EBDF-4B11-AA0B-1BA8606FC461}" type="pres">
      <dgm:prSet presAssocID="{0E6D5249-5EAD-4073-81EC-F89EDB85D80A}" presName="spaceRect" presStyleCnt="0"/>
      <dgm:spPr/>
    </dgm:pt>
    <dgm:pt modelId="{0352AD21-D77C-4CB2-AED2-8BFCC71BCD23}" type="pres">
      <dgm:prSet presAssocID="{0E6D5249-5EAD-4073-81EC-F89EDB85D80A}" presName="parTx" presStyleLbl="revTx" presStyleIdx="2" presStyleCnt="5">
        <dgm:presLayoutVars>
          <dgm:chMax val="0"/>
          <dgm:chPref val="0"/>
        </dgm:presLayoutVars>
      </dgm:prSet>
      <dgm:spPr/>
    </dgm:pt>
    <dgm:pt modelId="{FE3E61BC-7862-49B2-8F39-20DA5F90B446}" type="pres">
      <dgm:prSet presAssocID="{5FC737E5-9C4C-4878-92F5-0A07E9106614}" presName="sibTrans" presStyleCnt="0"/>
      <dgm:spPr/>
    </dgm:pt>
    <dgm:pt modelId="{C4130D55-DB1F-4264-824B-2542D95F32E5}" type="pres">
      <dgm:prSet presAssocID="{ED9B5AFC-E6EF-408F-A373-B003CA559283}" presName="compNode" presStyleCnt="0"/>
      <dgm:spPr/>
    </dgm:pt>
    <dgm:pt modelId="{D670FED3-D548-4ED5-8804-7F01BB2D49EE}" type="pres">
      <dgm:prSet presAssocID="{ED9B5AFC-E6EF-408F-A373-B003CA559283}" presName="bgRect" presStyleLbl="bgShp" presStyleIdx="3" presStyleCnt="5"/>
      <dgm:spPr/>
    </dgm:pt>
    <dgm:pt modelId="{751B57C7-7E13-49CC-B7F1-CD4618A6B78B}" type="pres">
      <dgm:prSet presAssocID="{ED9B5AFC-E6EF-408F-A373-B003CA559283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CD0B8D45-D656-45F0-A0CA-15593FA92767}" type="pres">
      <dgm:prSet presAssocID="{ED9B5AFC-E6EF-408F-A373-B003CA559283}" presName="spaceRect" presStyleCnt="0"/>
      <dgm:spPr/>
    </dgm:pt>
    <dgm:pt modelId="{1CE90DAF-8AF1-4739-AA54-8B4EB0BAD961}" type="pres">
      <dgm:prSet presAssocID="{ED9B5AFC-E6EF-408F-A373-B003CA559283}" presName="parTx" presStyleLbl="revTx" presStyleIdx="3" presStyleCnt="5">
        <dgm:presLayoutVars>
          <dgm:chMax val="0"/>
          <dgm:chPref val="0"/>
        </dgm:presLayoutVars>
      </dgm:prSet>
      <dgm:spPr/>
    </dgm:pt>
    <dgm:pt modelId="{2445ECF4-ED63-4354-9B5A-4650C7562A85}" type="pres">
      <dgm:prSet presAssocID="{2E5A690E-5B35-4513-B663-8184150A377D}" presName="sibTrans" presStyleCnt="0"/>
      <dgm:spPr/>
    </dgm:pt>
    <dgm:pt modelId="{96B3F91D-B999-42CC-AFC4-96C454FFE67D}" type="pres">
      <dgm:prSet presAssocID="{220A2C01-89C6-4D07-AD6B-1CC53BF59575}" presName="compNode" presStyleCnt="0"/>
      <dgm:spPr/>
    </dgm:pt>
    <dgm:pt modelId="{A736061C-3FF7-4D48-9BF7-4E9A852DBC8B}" type="pres">
      <dgm:prSet presAssocID="{220A2C01-89C6-4D07-AD6B-1CC53BF59575}" presName="bgRect" presStyleLbl="bgShp" presStyleIdx="4" presStyleCnt="5"/>
      <dgm:spPr/>
    </dgm:pt>
    <dgm:pt modelId="{3B324E4E-6C09-4BDE-A3F1-8D653C86D024}" type="pres">
      <dgm:prSet presAssocID="{220A2C01-89C6-4D07-AD6B-1CC53BF59575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E7725CF0-A20E-47D0-9485-E913360367C4}" type="pres">
      <dgm:prSet presAssocID="{220A2C01-89C6-4D07-AD6B-1CC53BF59575}" presName="spaceRect" presStyleCnt="0"/>
      <dgm:spPr/>
    </dgm:pt>
    <dgm:pt modelId="{4EB88AC7-9E33-4E23-A8CE-C45CA6F4F05F}" type="pres">
      <dgm:prSet presAssocID="{220A2C01-89C6-4D07-AD6B-1CC53BF5957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5A48203-02A7-4FF2-B4F1-9416C88C0BE9}" srcId="{5925B843-D7FE-4B59-85A1-923D93C0E007}" destId="{220A2C01-89C6-4D07-AD6B-1CC53BF59575}" srcOrd="4" destOrd="0" parTransId="{80D63FDF-640B-4F19-B0DF-FC5037169E8B}" sibTransId="{FEF0E8A9-43C4-4A0F-96BA-A2C4C9640F8B}"/>
    <dgm:cxn modelId="{73B1DC22-7742-4330-9E01-A83B21DB6DC8}" type="presOf" srcId="{5925B843-D7FE-4B59-85A1-923D93C0E007}" destId="{2671420B-F75A-4BA2-9583-3210D98E84A1}" srcOrd="0" destOrd="0" presId="urn:microsoft.com/office/officeart/2018/2/layout/IconVerticalSolidList"/>
    <dgm:cxn modelId="{EC1E7C34-B393-4D9D-863D-9E42EC998B3F}" srcId="{5925B843-D7FE-4B59-85A1-923D93C0E007}" destId="{0E6D5249-5EAD-4073-81EC-F89EDB85D80A}" srcOrd="2" destOrd="0" parTransId="{117BB2AA-C093-4BAD-98A5-8FF2D5264BE3}" sibTransId="{5FC737E5-9C4C-4878-92F5-0A07E9106614}"/>
    <dgm:cxn modelId="{55D74538-1572-49D2-B37E-C287E93ACB2F}" type="presOf" srcId="{ED9B5AFC-E6EF-408F-A373-B003CA559283}" destId="{1CE90DAF-8AF1-4739-AA54-8B4EB0BAD961}" srcOrd="0" destOrd="0" presId="urn:microsoft.com/office/officeart/2018/2/layout/IconVerticalSolidList"/>
    <dgm:cxn modelId="{46AC3746-FBA1-4D38-AA55-C61DF67CD51F}" srcId="{5925B843-D7FE-4B59-85A1-923D93C0E007}" destId="{ED9B5AFC-E6EF-408F-A373-B003CA559283}" srcOrd="3" destOrd="0" parTransId="{5CAF40E7-AFE9-402B-9BC5-12A19FB79E1A}" sibTransId="{2E5A690E-5B35-4513-B663-8184150A377D}"/>
    <dgm:cxn modelId="{4FC5247B-10FD-49FE-941A-D04BC1A0D12A}" type="presOf" srcId="{220A2C01-89C6-4D07-AD6B-1CC53BF59575}" destId="{4EB88AC7-9E33-4E23-A8CE-C45CA6F4F05F}" srcOrd="0" destOrd="0" presId="urn:microsoft.com/office/officeart/2018/2/layout/IconVerticalSolidList"/>
    <dgm:cxn modelId="{11D3E798-E602-4A4D-ABBE-9939D4D5F3FE}" type="presOf" srcId="{C4426E3D-5222-4415-8C2E-86F4D4D3CCE2}" destId="{93F8414D-1A49-4DD1-9014-8988BE904E07}" srcOrd="0" destOrd="0" presId="urn:microsoft.com/office/officeart/2018/2/layout/IconVerticalSolidList"/>
    <dgm:cxn modelId="{4A382DA3-1CB7-4D26-8C71-B3668207A4A6}" srcId="{5925B843-D7FE-4B59-85A1-923D93C0E007}" destId="{C4426E3D-5222-4415-8C2E-86F4D4D3CCE2}" srcOrd="0" destOrd="0" parTransId="{44D44EBD-9E81-4E6E-9BD2-D2F3B96BF1F9}" sibTransId="{9DDBDE26-E3FE-434A-B86A-47D026C3C9A9}"/>
    <dgm:cxn modelId="{97FAE5A5-F86F-46D4-A443-6140F0FBC820}" type="presOf" srcId="{8A3D2DE3-DFC0-499A-B1D4-93F77C4D279D}" destId="{6C82CC8D-3259-4427-A6A7-069C4522621F}" srcOrd="0" destOrd="0" presId="urn:microsoft.com/office/officeart/2018/2/layout/IconVerticalSolidList"/>
    <dgm:cxn modelId="{E75950C8-788D-4952-AE42-CB72E7CF4CF9}" srcId="{5925B843-D7FE-4B59-85A1-923D93C0E007}" destId="{8A3D2DE3-DFC0-499A-B1D4-93F77C4D279D}" srcOrd="1" destOrd="0" parTransId="{792BD625-DBA6-4F67-BF34-D5AB67D14E82}" sibTransId="{70DBCB64-7936-47DD-8A62-5C507C63C449}"/>
    <dgm:cxn modelId="{8BB6D2D4-EF7E-4C26-A342-8F55BAED6C43}" type="presOf" srcId="{0E6D5249-5EAD-4073-81EC-F89EDB85D80A}" destId="{0352AD21-D77C-4CB2-AED2-8BFCC71BCD23}" srcOrd="0" destOrd="0" presId="urn:microsoft.com/office/officeart/2018/2/layout/IconVerticalSolidList"/>
    <dgm:cxn modelId="{53EC41B9-C670-4D74-ACF7-CC4F6EC06D2F}" type="presParOf" srcId="{2671420B-F75A-4BA2-9583-3210D98E84A1}" destId="{D12AD106-8AC8-4071-A9C2-002A6972F686}" srcOrd="0" destOrd="0" presId="urn:microsoft.com/office/officeart/2018/2/layout/IconVerticalSolidList"/>
    <dgm:cxn modelId="{FBDBD306-7931-42F2-970E-E566CFE9AB82}" type="presParOf" srcId="{D12AD106-8AC8-4071-A9C2-002A6972F686}" destId="{F54DC196-D179-4237-8BDA-73BA13B42882}" srcOrd="0" destOrd="0" presId="urn:microsoft.com/office/officeart/2018/2/layout/IconVerticalSolidList"/>
    <dgm:cxn modelId="{77888DB1-1A18-4337-9D88-59151DB1403E}" type="presParOf" srcId="{D12AD106-8AC8-4071-A9C2-002A6972F686}" destId="{9F60F667-6CF6-4AFC-B017-0874782B6AA7}" srcOrd="1" destOrd="0" presId="urn:microsoft.com/office/officeart/2018/2/layout/IconVerticalSolidList"/>
    <dgm:cxn modelId="{000195B0-77C1-47CB-815D-D56185478E37}" type="presParOf" srcId="{D12AD106-8AC8-4071-A9C2-002A6972F686}" destId="{D033E394-CE0E-41F9-9E99-F259FE4C90E7}" srcOrd="2" destOrd="0" presId="urn:microsoft.com/office/officeart/2018/2/layout/IconVerticalSolidList"/>
    <dgm:cxn modelId="{2D7B22A7-E9B0-485B-B38B-2C394717FC74}" type="presParOf" srcId="{D12AD106-8AC8-4071-A9C2-002A6972F686}" destId="{93F8414D-1A49-4DD1-9014-8988BE904E07}" srcOrd="3" destOrd="0" presId="urn:microsoft.com/office/officeart/2018/2/layout/IconVerticalSolidList"/>
    <dgm:cxn modelId="{FDF9F64A-EE4C-4E6E-9367-A927AEB2323F}" type="presParOf" srcId="{2671420B-F75A-4BA2-9583-3210D98E84A1}" destId="{9F6CCE1F-7551-4B23-9E9E-9CAD17508AE0}" srcOrd="1" destOrd="0" presId="urn:microsoft.com/office/officeart/2018/2/layout/IconVerticalSolidList"/>
    <dgm:cxn modelId="{25F56373-DDFC-42F0-9B37-5CE21D870BCC}" type="presParOf" srcId="{2671420B-F75A-4BA2-9583-3210D98E84A1}" destId="{B82ED3AE-46F8-4E8F-B0F9-9B9EA818CF1D}" srcOrd="2" destOrd="0" presId="urn:microsoft.com/office/officeart/2018/2/layout/IconVerticalSolidList"/>
    <dgm:cxn modelId="{641F207C-27F6-4587-83EC-142F8F834B32}" type="presParOf" srcId="{B82ED3AE-46F8-4E8F-B0F9-9B9EA818CF1D}" destId="{F5BBDFD2-7D9F-482C-BF68-E4648500EE30}" srcOrd="0" destOrd="0" presId="urn:microsoft.com/office/officeart/2018/2/layout/IconVerticalSolidList"/>
    <dgm:cxn modelId="{74412032-B30A-49C4-A4A0-D01A297BA421}" type="presParOf" srcId="{B82ED3AE-46F8-4E8F-B0F9-9B9EA818CF1D}" destId="{2D811BBB-3A71-4DBD-8EAF-CDDF5BCC49E9}" srcOrd="1" destOrd="0" presId="urn:microsoft.com/office/officeart/2018/2/layout/IconVerticalSolidList"/>
    <dgm:cxn modelId="{E552782B-E7EA-4870-90EB-F4E5443F2697}" type="presParOf" srcId="{B82ED3AE-46F8-4E8F-B0F9-9B9EA818CF1D}" destId="{D48A530D-17DE-40F2-BC06-08ADA0BA0EA6}" srcOrd="2" destOrd="0" presId="urn:microsoft.com/office/officeart/2018/2/layout/IconVerticalSolidList"/>
    <dgm:cxn modelId="{C7840C3C-990D-4280-9520-3C76ED8CACFB}" type="presParOf" srcId="{B82ED3AE-46F8-4E8F-B0F9-9B9EA818CF1D}" destId="{6C82CC8D-3259-4427-A6A7-069C4522621F}" srcOrd="3" destOrd="0" presId="urn:microsoft.com/office/officeart/2018/2/layout/IconVerticalSolidList"/>
    <dgm:cxn modelId="{88546E8A-BC92-465A-9C96-EC2824A4D89D}" type="presParOf" srcId="{2671420B-F75A-4BA2-9583-3210D98E84A1}" destId="{C83EF0DC-71DD-48EB-BCC6-9339B1DD7134}" srcOrd="3" destOrd="0" presId="urn:microsoft.com/office/officeart/2018/2/layout/IconVerticalSolidList"/>
    <dgm:cxn modelId="{D48CE4FD-2877-4419-9591-4CB3A3E391BC}" type="presParOf" srcId="{2671420B-F75A-4BA2-9583-3210D98E84A1}" destId="{C80CA0B7-DF24-4BE3-93C5-EF7CDB1E97B6}" srcOrd="4" destOrd="0" presId="urn:microsoft.com/office/officeart/2018/2/layout/IconVerticalSolidList"/>
    <dgm:cxn modelId="{BB94C84B-69DD-4781-97E3-9BBDA5598A1C}" type="presParOf" srcId="{C80CA0B7-DF24-4BE3-93C5-EF7CDB1E97B6}" destId="{5C395C05-8667-4249-BEEC-C914F17C559C}" srcOrd="0" destOrd="0" presId="urn:microsoft.com/office/officeart/2018/2/layout/IconVerticalSolidList"/>
    <dgm:cxn modelId="{B27C87E8-8B75-465F-8481-51C675DF0857}" type="presParOf" srcId="{C80CA0B7-DF24-4BE3-93C5-EF7CDB1E97B6}" destId="{495A6D3B-54E5-4418-8813-C5F3800AB479}" srcOrd="1" destOrd="0" presId="urn:microsoft.com/office/officeart/2018/2/layout/IconVerticalSolidList"/>
    <dgm:cxn modelId="{A0D237F0-53AE-46E2-A0C6-2786A2354593}" type="presParOf" srcId="{C80CA0B7-DF24-4BE3-93C5-EF7CDB1E97B6}" destId="{C676A7C2-EBDF-4B11-AA0B-1BA8606FC461}" srcOrd="2" destOrd="0" presId="urn:microsoft.com/office/officeart/2018/2/layout/IconVerticalSolidList"/>
    <dgm:cxn modelId="{3E9EA553-F8FB-4236-8567-12D8A2B3E315}" type="presParOf" srcId="{C80CA0B7-DF24-4BE3-93C5-EF7CDB1E97B6}" destId="{0352AD21-D77C-4CB2-AED2-8BFCC71BCD23}" srcOrd="3" destOrd="0" presId="urn:microsoft.com/office/officeart/2018/2/layout/IconVerticalSolidList"/>
    <dgm:cxn modelId="{4054FFEC-6300-4E6A-A9A2-59973C3F086A}" type="presParOf" srcId="{2671420B-F75A-4BA2-9583-3210D98E84A1}" destId="{FE3E61BC-7862-49B2-8F39-20DA5F90B446}" srcOrd="5" destOrd="0" presId="urn:microsoft.com/office/officeart/2018/2/layout/IconVerticalSolidList"/>
    <dgm:cxn modelId="{4E4C8F97-2CD0-4264-B0B6-DC953CA3D90F}" type="presParOf" srcId="{2671420B-F75A-4BA2-9583-3210D98E84A1}" destId="{C4130D55-DB1F-4264-824B-2542D95F32E5}" srcOrd="6" destOrd="0" presId="urn:microsoft.com/office/officeart/2018/2/layout/IconVerticalSolidList"/>
    <dgm:cxn modelId="{40A771C8-B79B-489E-B78C-EDDD4F8BEEB6}" type="presParOf" srcId="{C4130D55-DB1F-4264-824B-2542D95F32E5}" destId="{D670FED3-D548-4ED5-8804-7F01BB2D49EE}" srcOrd="0" destOrd="0" presId="urn:microsoft.com/office/officeart/2018/2/layout/IconVerticalSolidList"/>
    <dgm:cxn modelId="{2B5E409E-4D9F-4059-9C67-CC023FF1F0AA}" type="presParOf" srcId="{C4130D55-DB1F-4264-824B-2542D95F32E5}" destId="{751B57C7-7E13-49CC-B7F1-CD4618A6B78B}" srcOrd="1" destOrd="0" presId="urn:microsoft.com/office/officeart/2018/2/layout/IconVerticalSolidList"/>
    <dgm:cxn modelId="{FC93C696-4BAF-4900-86BD-5F5CD844A30C}" type="presParOf" srcId="{C4130D55-DB1F-4264-824B-2542D95F32E5}" destId="{CD0B8D45-D656-45F0-A0CA-15593FA92767}" srcOrd="2" destOrd="0" presId="urn:microsoft.com/office/officeart/2018/2/layout/IconVerticalSolidList"/>
    <dgm:cxn modelId="{3FE66E66-12E4-4B4E-A90D-F28FB8881FE7}" type="presParOf" srcId="{C4130D55-DB1F-4264-824B-2542D95F32E5}" destId="{1CE90DAF-8AF1-4739-AA54-8B4EB0BAD961}" srcOrd="3" destOrd="0" presId="urn:microsoft.com/office/officeart/2018/2/layout/IconVerticalSolidList"/>
    <dgm:cxn modelId="{275ED936-DF77-4912-B555-C92C959CFF1A}" type="presParOf" srcId="{2671420B-F75A-4BA2-9583-3210D98E84A1}" destId="{2445ECF4-ED63-4354-9B5A-4650C7562A85}" srcOrd="7" destOrd="0" presId="urn:microsoft.com/office/officeart/2018/2/layout/IconVerticalSolidList"/>
    <dgm:cxn modelId="{C06CBCA4-AC13-46FD-969D-D503E3CD81C8}" type="presParOf" srcId="{2671420B-F75A-4BA2-9583-3210D98E84A1}" destId="{96B3F91D-B999-42CC-AFC4-96C454FFE67D}" srcOrd="8" destOrd="0" presId="urn:microsoft.com/office/officeart/2018/2/layout/IconVerticalSolidList"/>
    <dgm:cxn modelId="{F80BC703-6C46-4E97-897C-68BD165E1EBB}" type="presParOf" srcId="{96B3F91D-B999-42CC-AFC4-96C454FFE67D}" destId="{A736061C-3FF7-4D48-9BF7-4E9A852DBC8B}" srcOrd="0" destOrd="0" presId="urn:microsoft.com/office/officeart/2018/2/layout/IconVerticalSolidList"/>
    <dgm:cxn modelId="{E9AF4D9D-715D-4189-8BD4-BC0CF4672CD0}" type="presParOf" srcId="{96B3F91D-B999-42CC-AFC4-96C454FFE67D}" destId="{3B324E4E-6C09-4BDE-A3F1-8D653C86D024}" srcOrd="1" destOrd="0" presId="urn:microsoft.com/office/officeart/2018/2/layout/IconVerticalSolidList"/>
    <dgm:cxn modelId="{480C9D00-659B-4D6E-96B1-E01D4BB6A716}" type="presParOf" srcId="{96B3F91D-B999-42CC-AFC4-96C454FFE67D}" destId="{E7725CF0-A20E-47D0-9485-E913360367C4}" srcOrd="2" destOrd="0" presId="urn:microsoft.com/office/officeart/2018/2/layout/IconVerticalSolidList"/>
    <dgm:cxn modelId="{FEBE9AF4-9F5B-4301-9D0F-9D23D4716863}" type="presParOf" srcId="{96B3F91D-B999-42CC-AFC4-96C454FFE67D}" destId="{4EB88AC7-9E33-4E23-A8CE-C45CA6F4F05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9F7D41-3542-4EAD-84C4-B620ED9985E1}">
      <dsp:nvSpPr>
        <dsp:cNvPr id="0" name=""/>
        <dsp:cNvSpPr/>
      </dsp:nvSpPr>
      <dsp:spPr>
        <a:xfrm>
          <a:off x="2798" y="44122"/>
          <a:ext cx="1515437" cy="90926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Expense Approval Workflow</a:t>
          </a:r>
          <a:endParaRPr lang="en-US" sz="1300" kern="1200"/>
        </a:p>
      </dsp:txBody>
      <dsp:txXfrm>
        <a:off x="2798" y="44122"/>
        <a:ext cx="1515437" cy="909262"/>
      </dsp:txXfrm>
    </dsp:sp>
    <dsp:sp modelId="{75D361DC-5552-4FC4-A17E-BB0549316747}">
      <dsp:nvSpPr>
        <dsp:cNvPr id="0" name=""/>
        <dsp:cNvSpPr/>
      </dsp:nvSpPr>
      <dsp:spPr>
        <a:xfrm>
          <a:off x="1669780" y="44122"/>
          <a:ext cx="1515437" cy="909262"/>
        </a:xfrm>
        <a:prstGeom prst="rect">
          <a:avLst/>
        </a:prstGeom>
        <a:solidFill>
          <a:schemeClr val="accent5">
            <a:hueOff val="-67821"/>
            <a:satOff val="-634"/>
            <a:lumOff val="13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Employees submit expense requests with required details </a:t>
          </a:r>
        </a:p>
      </dsp:txBody>
      <dsp:txXfrm>
        <a:off x="1669780" y="44122"/>
        <a:ext cx="1515437" cy="909262"/>
      </dsp:txXfrm>
    </dsp:sp>
    <dsp:sp modelId="{FA3F6D06-B0C2-44BC-934F-F216FE9B2D7E}">
      <dsp:nvSpPr>
        <dsp:cNvPr id="0" name=""/>
        <dsp:cNvSpPr/>
      </dsp:nvSpPr>
      <dsp:spPr>
        <a:xfrm>
          <a:off x="3336761" y="44122"/>
          <a:ext cx="1515437" cy="909262"/>
        </a:xfrm>
        <a:prstGeom prst="rect">
          <a:avLst/>
        </a:prstGeom>
        <a:solidFill>
          <a:schemeClr val="accent5">
            <a:hueOff val="-135641"/>
            <a:satOff val="-1268"/>
            <a:lumOff val="27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System validates input (amount, category, required fields) </a:t>
          </a:r>
        </a:p>
      </dsp:txBody>
      <dsp:txXfrm>
        <a:off x="3336761" y="44122"/>
        <a:ext cx="1515437" cy="909262"/>
      </dsp:txXfrm>
    </dsp:sp>
    <dsp:sp modelId="{3A124D68-A6BF-4977-BF44-6EFFB1178C13}">
      <dsp:nvSpPr>
        <dsp:cNvPr id="0" name=""/>
        <dsp:cNvSpPr/>
      </dsp:nvSpPr>
      <dsp:spPr>
        <a:xfrm>
          <a:off x="5003742" y="44122"/>
          <a:ext cx="1515437" cy="909262"/>
        </a:xfrm>
        <a:prstGeom prst="rect">
          <a:avLst/>
        </a:prstGeom>
        <a:solidFill>
          <a:schemeClr val="accent5">
            <a:hueOff val="-203462"/>
            <a:satOff val="-1902"/>
            <a:lumOff val="4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Requests are processed based on predefined business rules </a:t>
          </a:r>
        </a:p>
      </dsp:txBody>
      <dsp:txXfrm>
        <a:off x="5003742" y="44122"/>
        <a:ext cx="1515437" cy="909262"/>
      </dsp:txXfrm>
    </dsp:sp>
    <dsp:sp modelId="{358EFD2F-E9C8-4FB9-B12C-96FC5585FE57}">
      <dsp:nvSpPr>
        <dsp:cNvPr id="0" name=""/>
        <dsp:cNvSpPr/>
      </dsp:nvSpPr>
      <dsp:spPr>
        <a:xfrm>
          <a:off x="6670723" y="44122"/>
          <a:ext cx="1515437" cy="909262"/>
        </a:xfrm>
        <a:prstGeom prst="rect">
          <a:avLst/>
        </a:prstGeom>
        <a:solidFill>
          <a:schemeClr val="accent5">
            <a:hueOff val="-271282"/>
            <a:satOff val="-2536"/>
            <a:lumOff val="5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Notifications are sent to employee and manager</a:t>
          </a:r>
        </a:p>
      </dsp:txBody>
      <dsp:txXfrm>
        <a:off x="6670723" y="44122"/>
        <a:ext cx="1515437" cy="909262"/>
      </dsp:txXfrm>
    </dsp:sp>
    <dsp:sp modelId="{314808B8-22D2-4DA6-AA3F-6B6430A902AF}">
      <dsp:nvSpPr>
        <dsp:cNvPr id="0" name=""/>
        <dsp:cNvSpPr/>
      </dsp:nvSpPr>
      <dsp:spPr>
        <a:xfrm>
          <a:off x="2798" y="1104928"/>
          <a:ext cx="1515437" cy="909262"/>
        </a:xfrm>
        <a:prstGeom prst="rect">
          <a:avLst/>
        </a:prstGeom>
        <a:solidFill>
          <a:schemeClr val="accent5">
            <a:hueOff val="-339103"/>
            <a:satOff val="-3170"/>
            <a:lumOff val="6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Business Rules</a:t>
          </a:r>
          <a:endParaRPr lang="en-US" sz="1300" kern="1200"/>
        </a:p>
      </dsp:txBody>
      <dsp:txXfrm>
        <a:off x="2798" y="1104928"/>
        <a:ext cx="1515437" cy="909262"/>
      </dsp:txXfrm>
    </dsp:sp>
    <dsp:sp modelId="{F556EC9B-D9C4-4172-89C1-509B4FF26A19}">
      <dsp:nvSpPr>
        <dsp:cNvPr id="0" name=""/>
        <dsp:cNvSpPr/>
      </dsp:nvSpPr>
      <dsp:spPr>
        <a:xfrm>
          <a:off x="1669780" y="1104928"/>
          <a:ext cx="1515437" cy="909262"/>
        </a:xfrm>
        <a:prstGeom prst="rect">
          <a:avLst/>
        </a:prstGeom>
        <a:solidFill>
          <a:schemeClr val="accent5">
            <a:hueOff val="-406924"/>
            <a:satOff val="-3804"/>
            <a:lumOff val="8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Amount &lt; $100 → Automatically Approved </a:t>
          </a:r>
        </a:p>
      </dsp:txBody>
      <dsp:txXfrm>
        <a:off x="1669780" y="1104928"/>
        <a:ext cx="1515437" cy="909262"/>
      </dsp:txXfrm>
    </dsp:sp>
    <dsp:sp modelId="{4B0F7417-CA52-4F57-BBFB-5ABCD7C8A6B4}">
      <dsp:nvSpPr>
        <dsp:cNvPr id="0" name=""/>
        <dsp:cNvSpPr/>
      </dsp:nvSpPr>
      <dsp:spPr>
        <a:xfrm>
          <a:off x="3336761" y="1104928"/>
          <a:ext cx="1515437" cy="909262"/>
        </a:xfrm>
        <a:prstGeom prst="rect">
          <a:avLst/>
        </a:prstGeom>
        <a:solidFill>
          <a:schemeClr val="accent5">
            <a:hueOff val="-474744"/>
            <a:satOff val="-4438"/>
            <a:lumOff val="95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Amount ≥ $100 → Requires Manager Review </a:t>
          </a:r>
        </a:p>
      </dsp:txBody>
      <dsp:txXfrm>
        <a:off x="3336761" y="1104928"/>
        <a:ext cx="1515437" cy="909262"/>
      </dsp:txXfrm>
    </dsp:sp>
    <dsp:sp modelId="{F36651A5-5B8B-4662-8982-E43CEDD4478D}">
      <dsp:nvSpPr>
        <dsp:cNvPr id="0" name=""/>
        <dsp:cNvSpPr/>
      </dsp:nvSpPr>
      <dsp:spPr>
        <a:xfrm>
          <a:off x="5003742" y="1104928"/>
          <a:ext cx="1515437" cy="909262"/>
        </a:xfrm>
        <a:prstGeom prst="rect">
          <a:avLst/>
        </a:prstGeom>
        <a:solidFill>
          <a:schemeClr val="accent5">
            <a:hueOff val="-542565"/>
            <a:satOff val="-5072"/>
            <a:lumOff val="108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No manager response → Request is Escalated </a:t>
          </a:r>
        </a:p>
      </dsp:txBody>
      <dsp:txXfrm>
        <a:off x="5003742" y="1104928"/>
        <a:ext cx="1515437" cy="909262"/>
      </dsp:txXfrm>
    </dsp:sp>
    <dsp:sp modelId="{321819C1-472C-4CC4-B237-F3AAB3A4E38A}">
      <dsp:nvSpPr>
        <dsp:cNvPr id="0" name=""/>
        <dsp:cNvSpPr/>
      </dsp:nvSpPr>
      <dsp:spPr>
        <a:xfrm>
          <a:off x="6670723" y="1104928"/>
          <a:ext cx="1515437" cy="909262"/>
        </a:xfrm>
        <a:prstGeom prst="rect">
          <a:avLst/>
        </a:prstGeom>
        <a:solidFill>
          <a:schemeClr val="accent5">
            <a:hueOff val="-610386"/>
            <a:satOff val="-5706"/>
            <a:lumOff val="12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Invalid requests → Rejected with error message</a:t>
          </a:r>
        </a:p>
      </dsp:txBody>
      <dsp:txXfrm>
        <a:off x="6670723" y="1104928"/>
        <a:ext cx="1515437" cy="909262"/>
      </dsp:txXfrm>
    </dsp:sp>
    <dsp:sp modelId="{C392E65C-E49F-4044-A7A0-5D673982E012}">
      <dsp:nvSpPr>
        <dsp:cNvPr id="0" name=""/>
        <dsp:cNvSpPr/>
      </dsp:nvSpPr>
      <dsp:spPr>
        <a:xfrm>
          <a:off x="836289" y="2165734"/>
          <a:ext cx="1515437" cy="909262"/>
        </a:xfrm>
        <a:prstGeom prst="rect">
          <a:avLst/>
        </a:prstGeom>
        <a:solidFill>
          <a:schemeClr val="accent5">
            <a:hueOff val="-678206"/>
            <a:satOff val="-6340"/>
            <a:lumOff val="13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Expected Output</a:t>
          </a:r>
          <a:endParaRPr lang="en-US" sz="1300" kern="1200"/>
        </a:p>
      </dsp:txBody>
      <dsp:txXfrm>
        <a:off x="836289" y="2165734"/>
        <a:ext cx="1515437" cy="909262"/>
      </dsp:txXfrm>
    </dsp:sp>
    <dsp:sp modelId="{6B77322D-BC11-40BE-87E5-B9C03CF38D18}">
      <dsp:nvSpPr>
        <dsp:cNvPr id="0" name=""/>
        <dsp:cNvSpPr/>
      </dsp:nvSpPr>
      <dsp:spPr>
        <a:xfrm>
          <a:off x="2503270" y="2165734"/>
          <a:ext cx="1515437" cy="909262"/>
        </a:xfrm>
        <a:prstGeom prst="rect">
          <a:avLst/>
        </a:prstGeom>
        <a:solidFill>
          <a:schemeClr val="accent5">
            <a:hueOff val="-746027"/>
            <a:satOff val="-6974"/>
            <a:lumOff val="149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Final decision (Approved / Rejected / Escalated) </a:t>
          </a:r>
        </a:p>
      </dsp:txBody>
      <dsp:txXfrm>
        <a:off x="2503270" y="2165734"/>
        <a:ext cx="1515437" cy="909262"/>
      </dsp:txXfrm>
    </dsp:sp>
    <dsp:sp modelId="{A62D6A2C-B423-4D89-9C0B-CB2B42265F55}">
      <dsp:nvSpPr>
        <dsp:cNvPr id="0" name=""/>
        <dsp:cNvSpPr/>
      </dsp:nvSpPr>
      <dsp:spPr>
        <a:xfrm>
          <a:off x="4170251" y="2165734"/>
          <a:ext cx="1515437" cy="909262"/>
        </a:xfrm>
        <a:prstGeom prst="rect">
          <a:avLst/>
        </a:prstGeom>
        <a:solidFill>
          <a:schemeClr val="accent5">
            <a:hueOff val="-813847"/>
            <a:satOff val="-7608"/>
            <a:lumOff val="16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Reason for decision </a:t>
          </a:r>
        </a:p>
      </dsp:txBody>
      <dsp:txXfrm>
        <a:off x="4170251" y="2165734"/>
        <a:ext cx="1515437" cy="909262"/>
      </dsp:txXfrm>
    </dsp:sp>
    <dsp:sp modelId="{9EA2DDE7-6EB3-4071-B29F-615985511E0B}">
      <dsp:nvSpPr>
        <dsp:cNvPr id="0" name=""/>
        <dsp:cNvSpPr/>
      </dsp:nvSpPr>
      <dsp:spPr>
        <a:xfrm>
          <a:off x="5837233" y="2165734"/>
          <a:ext cx="1515437" cy="909262"/>
        </a:xfrm>
        <a:prstGeom prst="rect">
          <a:avLst/>
        </a:prstGeom>
        <a:solidFill>
          <a:schemeClr val="accent5">
            <a:hueOff val="-881668"/>
            <a:satOff val="-8242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Email notification to employee and manager</a:t>
          </a:r>
        </a:p>
      </dsp:txBody>
      <dsp:txXfrm>
        <a:off x="5837233" y="2165734"/>
        <a:ext cx="1515437" cy="9092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5E872A-B046-4248-942D-910E3FE0C21C}">
      <dsp:nvSpPr>
        <dsp:cNvPr id="0" name=""/>
        <dsp:cNvSpPr/>
      </dsp:nvSpPr>
      <dsp:spPr>
        <a:xfrm>
          <a:off x="0" y="0"/>
          <a:ext cx="6451411" cy="5306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Used </a:t>
          </a:r>
          <a:r>
            <a:rPr lang="en-US" sz="1300" b="1" kern="1200"/>
            <a:t>Azure Durable Functions</a:t>
          </a:r>
          <a:r>
            <a:rPr lang="en-US" sz="1300" kern="1200"/>
            <a:t> to manage long-running workflows </a:t>
          </a:r>
        </a:p>
      </dsp:txBody>
      <dsp:txXfrm>
        <a:off x="15541" y="15541"/>
        <a:ext cx="5816751" cy="499535"/>
      </dsp:txXfrm>
    </dsp:sp>
    <dsp:sp modelId="{67F072C1-0294-4C04-B670-032FDE186530}">
      <dsp:nvSpPr>
        <dsp:cNvPr id="0" name=""/>
        <dsp:cNvSpPr/>
      </dsp:nvSpPr>
      <dsp:spPr>
        <a:xfrm>
          <a:off x="481761" y="604314"/>
          <a:ext cx="6451411" cy="530617"/>
        </a:xfrm>
        <a:prstGeom prst="roundRect">
          <a:avLst>
            <a:gd name="adj" fmla="val 10000"/>
          </a:avLst>
        </a:prstGeom>
        <a:solidFill>
          <a:schemeClr val="accent2">
            <a:hueOff val="-928833"/>
            <a:satOff val="-866"/>
            <a:lumOff val="137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Implemented </a:t>
          </a:r>
          <a:r>
            <a:rPr lang="en-US" sz="1300" b="1" kern="1200"/>
            <a:t>Orchestrator Function</a:t>
          </a:r>
          <a:r>
            <a:rPr lang="en-US" sz="1300" kern="1200"/>
            <a:t> to control the entire approval process </a:t>
          </a:r>
        </a:p>
      </dsp:txBody>
      <dsp:txXfrm>
        <a:off x="497302" y="619855"/>
        <a:ext cx="5593666" cy="499535"/>
      </dsp:txXfrm>
    </dsp:sp>
    <dsp:sp modelId="{BD8580D8-84BF-4A7E-AC1B-972E7E91F1EF}">
      <dsp:nvSpPr>
        <dsp:cNvPr id="0" name=""/>
        <dsp:cNvSpPr/>
      </dsp:nvSpPr>
      <dsp:spPr>
        <a:xfrm>
          <a:off x="963522" y="1208629"/>
          <a:ext cx="6451411" cy="530617"/>
        </a:xfrm>
        <a:prstGeom prst="roundRect">
          <a:avLst>
            <a:gd name="adj" fmla="val 10000"/>
          </a:avLst>
        </a:prstGeom>
        <a:solidFill>
          <a:schemeClr val="accent2">
            <a:hueOff val="-1857666"/>
            <a:satOff val="-1732"/>
            <a:lumOff val="274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Separated logic into </a:t>
          </a:r>
          <a:r>
            <a:rPr lang="en-US" sz="1300" b="1" kern="1200"/>
            <a:t>Activity Functions</a:t>
          </a:r>
          <a:r>
            <a:rPr lang="en-US" sz="1300" kern="1200"/>
            <a:t> (validation, email, status updates) </a:t>
          </a:r>
        </a:p>
      </dsp:txBody>
      <dsp:txXfrm>
        <a:off x="979063" y="1224170"/>
        <a:ext cx="5593666" cy="499535"/>
      </dsp:txXfrm>
    </dsp:sp>
    <dsp:sp modelId="{B6A3A52E-FFDB-43F2-BCA9-EEF52E64F520}">
      <dsp:nvSpPr>
        <dsp:cNvPr id="0" name=""/>
        <dsp:cNvSpPr/>
      </dsp:nvSpPr>
      <dsp:spPr>
        <a:xfrm>
          <a:off x="1445283" y="1812944"/>
          <a:ext cx="6451411" cy="530617"/>
        </a:xfrm>
        <a:prstGeom prst="roundRect">
          <a:avLst>
            <a:gd name="adj" fmla="val 10000"/>
          </a:avLst>
        </a:prstGeom>
        <a:solidFill>
          <a:schemeClr val="accent2">
            <a:hueOff val="-2786499"/>
            <a:satOff val="-2598"/>
            <a:lumOff val="411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Used </a:t>
          </a:r>
          <a:r>
            <a:rPr lang="en-US" sz="1300" b="1" kern="1200"/>
            <a:t>Durable Timer</a:t>
          </a:r>
          <a:r>
            <a:rPr lang="en-US" sz="1300" kern="1200"/>
            <a:t> to handle manager response timeout </a:t>
          </a:r>
        </a:p>
      </dsp:txBody>
      <dsp:txXfrm>
        <a:off x="1460824" y="1828485"/>
        <a:ext cx="5593666" cy="499535"/>
      </dsp:txXfrm>
    </dsp:sp>
    <dsp:sp modelId="{305E5379-F5DA-4187-9CB1-A427FB9CB8B5}">
      <dsp:nvSpPr>
        <dsp:cNvPr id="0" name=""/>
        <dsp:cNvSpPr/>
      </dsp:nvSpPr>
      <dsp:spPr>
        <a:xfrm>
          <a:off x="1927044" y="2417259"/>
          <a:ext cx="6451411" cy="530617"/>
        </a:xfrm>
        <a:prstGeom prst="roundRect">
          <a:avLst>
            <a:gd name="adj" fmla="val 10000"/>
          </a:avLst>
        </a:prstGeom>
        <a:solidFill>
          <a:schemeClr val="accent2">
            <a:hueOff val="-3715331"/>
            <a:satOff val="-3464"/>
            <a:lumOff val="54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Maintained workflow state automatically using </a:t>
          </a:r>
          <a:r>
            <a:rPr lang="en-US" sz="1300" b="1" kern="1200"/>
            <a:t>Durable Function state management</a:t>
          </a:r>
          <a:endParaRPr lang="en-US" sz="1300" kern="1200"/>
        </a:p>
      </dsp:txBody>
      <dsp:txXfrm>
        <a:off x="1942585" y="2432800"/>
        <a:ext cx="5593666" cy="499535"/>
      </dsp:txXfrm>
    </dsp:sp>
    <dsp:sp modelId="{4F9B2433-EC9A-4A38-A735-29D97C739319}">
      <dsp:nvSpPr>
        <dsp:cNvPr id="0" name=""/>
        <dsp:cNvSpPr/>
      </dsp:nvSpPr>
      <dsp:spPr>
        <a:xfrm>
          <a:off x="6106509" y="387645"/>
          <a:ext cx="344901" cy="34490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6184112" y="387645"/>
        <a:ext cx="189695" cy="259538"/>
      </dsp:txXfrm>
    </dsp:sp>
    <dsp:sp modelId="{9B3BFC34-A58F-42DC-8C74-6B175B1F45C4}">
      <dsp:nvSpPr>
        <dsp:cNvPr id="0" name=""/>
        <dsp:cNvSpPr/>
      </dsp:nvSpPr>
      <dsp:spPr>
        <a:xfrm>
          <a:off x="6588270" y="991960"/>
          <a:ext cx="344901" cy="34490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177485"/>
            <a:satOff val="-2"/>
            <a:lumOff val="35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177485"/>
              <a:satOff val="-2"/>
              <a:lumOff val="3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6665873" y="991960"/>
        <a:ext cx="189695" cy="259538"/>
      </dsp:txXfrm>
    </dsp:sp>
    <dsp:sp modelId="{DCF672CB-EC31-449E-B58F-DF1AAC991381}">
      <dsp:nvSpPr>
        <dsp:cNvPr id="0" name=""/>
        <dsp:cNvSpPr/>
      </dsp:nvSpPr>
      <dsp:spPr>
        <a:xfrm>
          <a:off x="7070031" y="1587431"/>
          <a:ext cx="344901" cy="34490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354970"/>
            <a:satOff val="-3"/>
            <a:lumOff val="70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354970"/>
              <a:satOff val="-3"/>
              <a:lumOff val="7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7147634" y="1587431"/>
        <a:ext cx="189695" cy="259538"/>
      </dsp:txXfrm>
    </dsp:sp>
    <dsp:sp modelId="{D5BD8A65-3D72-43CE-BE38-85E09743ACD7}">
      <dsp:nvSpPr>
        <dsp:cNvPr id="0" name=""/>
        <dsp:cNvSpPr/>
      </dsp:nvSpPr>
      <dsp:spPr>
        <a:xfrm>
          <a:off x="7551793" y="2197642"/>
          <a:ext cx="344901" cy="34490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532455"/>
            <a:satOff val="-5"/>
            <a:lumOff val="105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532455"/>
              <a:satOff val="-5"/>
              <a:lumOff val="10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7629396" y="2197642"/>
        <a:ext cx="189695" cy="2595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755F51-707B-4808-AD82-2F6C3B0F4D36}">
      <dsp:nvSpPr>
        <dsp:cNvPr id="0" name=""/>
        <dsp:cNvSpPr/>
      </dsp:nvSpPr>
      <dsp:spPr>
        <a:xfrm>
          <a:off x="0" y="53130"/>
          <a:ext cx="5169059" cy="5988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Used </a:t>
          </a:r>
          <a:r>
            <a:rPr lang="en-US" sz="1500" b="1" i="0" kern="1200" baseline="0"/>
            <a:t>Azure Logic Apps</a:t>
          </a:r>
          <a:r>
            <a:rPr lang="en-US" sz="1500" b="0" i="0" kern="1200" baseline="0"/>
            <a:t> for workflow orchestration </a:t>
          </a:r>
          <a:endParaRPr lang="en-US" sz="1500" kern="1200"/>
        </a:p>
      </dsp:txBody>
      <dsp:txXfrm>
        <a:off x="29236" y="82366"/>
        <a:ext cx="5110587" cy="540421"/>
      </dsp:txXfrm>
    </dsp:sp>
    <dsp:sp modelId="{049A5E45-97A3-4E2A-A959-CAA252316287}">
      <dsp:nvSpPr>
        <dsp:cNvPr id="0" name=""/>
        <dsp:cNvSpPr/>
      </dsp:nvSpPr>
      <dsp:spPr>
        <a:xfrm>
          <a:off x="0" y="695224"/>
          <a:ext cx="5169059" cy="598893"/>
        </a:xfrm>
        <a:prstGeom prst="roundRect">
          <a:avLst/>
        </a:prstGeom>
        <a:solidFill>
          <a:schemeClr val="accent2">
            <a:hueOff val="-743066"/>
            <a:satOff val="-693"/>
            <a:lumOff val="10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Integrated </a:t>
          </a:r>
          <a:r>
            <a:rPr lang="en-US" sz="1500" b="1" i="0" kern="1200" baseline="0"/>
            <a:t>Azure Service Bus (Queue &amp; Topic)</a:t>
          </a:r>
          <a:r>
            <a:rPr lang="en-US" sz="1500" b="0" i="0" kern="1200" baseline="0"/>
            <a:t> for message handling </a:t>
          </a:r>
          <a:endParaRPr lang="en-US" sz="1500" kern="1200"/>
        </a:p>
      </dsp:txBody>
      <dsp:txXfrm>
        <a:off x="29236" y="724460"/>
        <a:ext cx="5110587" cy="540421"/>
      </dsp:txXfrm>
    </dsp:sp>
    <dsp:sp modelId="{328660F3-5031-4B40-BF6F-89D1151DDF05}">
      <dsp:nvSpPr>
        <dsp:cNvPr id="0" name=""/>
        <dsp:cNvSpPr/>
      </dsp:nvSpPr>
      <dsp:spPr>
        <a:xfrm>
          <a:off x="0" y="1337318"/>
          <a:ext cx="5169059" cy="598893"/>
        </a:xfrm>
        <a:prstGeom prst="roundRect">
          <a:avLst/>
        </a:prstGeom>
        <a:solidFill>
          <a:schemeClr val="accent2">
            <a:hueOff val="-1486133"/>
            <a:satOff val="-1386"/>
            <a:lumOff val="2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Used </a:t>
          </a:r>
          <a:r>
            <a:rPr lang="en-US" sz="1500" b="1" i="0" kern="1200" baseline="0"/>
            <a:t>Azure Function</a:t>
          </a:r>
          <a:r>
            <a:rPr lang="en-US" sz="1500" b="0" i="0" kern="1200" baseline="0"/>
            <a:t> for input validation and business logic </a:t>
          </a:r>
          <a:endParaRPr lang="en-US" sz="1500" kern="1200"/>
        </a:p>
      </dsp:txBody>
      <dsp:txXfrm>
        <a:off x="29236" y="1366554"/>
        <a:ext cx="5110587" cy="540421"/>
      </dsp:txXfrm>
    </dsp:sp>
    <dsp:sp modelId="{49E88906-F13F-4BD3-84B0-D8E6D9BCD1B3}">
      <dsp:nvSpPr>
        <dsp:cNvPr id="0" name=""/>
        <dsp:cNvSpPr/>
      </dsp:nvSpPr>
      <dsp:spPr>
        <a:xfrm>
          <a:off x="0" y="1979412"/>
          <a:ext cx="5169059" cy="598893"/>
        </a:xfrm>
        <a:prstGeom prst="roundRect">
          <a:avLst/>
        </a:prstGeom>
        <a:solidFill>
          <a:schemeClr val="accent2">
            <a:hueOff val="-2229199"/>
            <a:satOff val="-2078"/>
            <a:lumOff val="32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Implemented </a:t>
          </a:r>
          <a:r>
            <a:rPr lang="en-US" sz="1500" b="1" i="0" kern="1200" baseline="0"/>
            <a:t>Condition blocks</a:t>
          </a:r>
          <a:r>
            <a:rPr lang="en-US" sz="1500" b="0" i="0" kern="1200" baseline="0"/>
            <a:t> in Logic Apps for decision-making </a:t>
          </a:r>
          <a:endParaRPr lang="en-US" sz="1500" kern="1200"/>
        </a:p>
      </dsp:txBody>
      <dsp:txXfrm>
        <a:off x="29236" y="2008648"/>
        <a:ext cx="5110587" cy="540421"/>
      </dsp:txXfrm>
    </dsp:sp>
    <dsp:sp modelId="{33212E3B-A835-4522-A3F3-B88A71E37F15}">
      <dsp:nvSpPr>
        <dsp:cNvPr id="0" name=""/>
        <dsp:cNvSpPr/>
      </dsp:nvSpPr>
      <dsp:spPr>
        <a:xfrm>
          <a:off x="0" y="2621505"/>
          <a:ext cx="5169059" cy="598893"/>
        </a:xfrm>
        <a:prstGeom prst="roundRect">
          <a:avLst/>
        </a:prstGeom>
        <a:solidFill>
          <a:schemeClr val="accent2">
            <a:hueOff val="-2972265"/>
            <a:satOff val="-2771"/>
            <a:lumOff val="4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Used </a:t>
          </a:r>
          <a:r>
            <a:rPr lang="en-US" sz="1500" b="1" i="0" kern="1200" baseline="0"/>
            <a:t>built-in connectors</a:t>
          </a:r>
          <a:r>
            <a:rPr lang="en-US" sz="1500" b="0" i="0" kern="1200" baseline="0"/>
            <a:t> (Outlook) for sending email notifications </a:t>
          </a:r>
          <a:endParaRPr lang="en-US" sz="1500" kern="1200"/>
        </a:p>
      </dsp:txBody>
      <dsp:txXfrm>
        <a:off x="29236" y="2650741"/>
        <a:ext cx="5110587" cy="540421"/>
      </dsp:txXfrm>
    </dsp:sp>
    <dsp:sp modelId="{3A055571-677A-44C2-AF20-845F3FCB0DAE}">
      <dsp:nvSpPr>
        <dsp:cNvPr id="0" name=""/>
        <dsp:cNvSpPr/>
      </dsp:nvSpPr>
      <dsp:spPr>
        <a:xfrm>
          <a:off x="0" y="3263599"/>
          <a:ext cx="5169059" cy="598893"/>
        </a:xfrm>
        <a:prstGeom prst="roundRect">
          <a:avLst/>
        </a:prstGeom>
        <a:solidFill>
          <a:schemeClr val="accent2">
            <a:hueOff val="-3715331"/>
            <a:satOff val="-3464"/>
            <a:lumOff val="54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Applied </a:t>
          </a:r>
          <a:r>
            <a:rPr lang="en-US" sz="1500" b="1" i="0" kern="1200" baseline="0"/>
            <a:t>timeout-based escalation logic</a:t>
          </a:r>
          <a:r>
            <a:rPr lang="en-US" sz="1500" b="0" i="0" kern="1200" baseline="0"/>
            <a:t> within the workflow </a:t>
          </a:r>
          <a:endParaRPr lang="en-US" sz="1500" kern="1200"/>
        </a:p>
      </dsp:txBody>
      <dsp:txXfrm>
        <a:off x="29236" y="3292835"/>
        <a:ext cx="5110587" cy="5404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897394-B8D9-4939-B042-832CEE178FF1}">
      <dsp:nvSpPr>
        <dsp:cNvPr id="0" name=""/>
        <dsp:cNvSpPr/>
      </dsp:nvSpPr>
      <dsp:spPr>
        <a:xfrm>
          <a:off x="0" y="3571"/>
          <a:ext cx="4771965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40F8BE-E7C1-44AF-BD8F-7078249753C9}">
      <dsp:nvSpPr>
        <dsp:cNvPr id="0" name=""/>
        <dsp:cNvSpPr/>
      </dsp:nvSpPr>
      <dsp:spPr>
        <a:xfrm>
          <a:off x="230144" y="174753"/>
          <a:ext cx="418445" cy="4184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D21E3F-47D4-4E9A-8BD3-A165D7407AA1}">
      <dsp:nvSpPr>
        <dsp:cNvPr id="0" name=""/>
        <dsp:cNvSpPr/>
      </dsp:nvSpPr>
      <dsp:spPr>
        <a:xfrm>
          <a:off x="878734" y="3571"/>
          <a:ext cx="3893230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Use </a:t>
          </a:r>
          <a:r>
            <a:rPr lang="en-US" sz="1600" b="1" kern="1200"/>
            <a:t>Azure Logic Apps</a:t>
          </a:r>
          <a:r>
            <a:rPr lang="en-US" sz="1600" kern="1200"/>
            <a:t> for workflow orchestration and approval processes </a:t>
          </a:r>
        </a:p>
      </dsp:txBody>
      <dsp:txXfrm>
        <a:off x="878734" y="3571"/>
        <a:ext cx="3893230" cy="760809"/>
      </dsp:txXfrm>
    </dsp:sp>
    <dsp:sp modelId="{C612AC5F-6CC2-4FD9-BD55-7A3B488F313E}">
      <dsp:nvSpPr>
        <dsp:cNvPr id="0" name=""/>
        <dsp:cNvSpPr/>
      </dsp:nvSpPr>
      <dsp:spPr>
        <a:xfrm>
          <a:off x="0" y="954583"/>
          <a:ext cx="4771965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D42351-94D8-4054-B132-6E004C6AF655}">
      <dsp:nvSpPr>
        <dsp:cNvPr id="0" name=""/>
        <dsp:cNvSpPr/>
      </dsp:nvSpPr>
      <dsp:spPr>
        <a:xfrm>
          <a:off x="230144" y="1125765"/>
          <a:ext cx="418445" cy="4184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2529DB-A58C-4C17-932B-1F20EC555693}">
      <dsp:nvSpPr>
        <dsp:cNvPr id="0" name=""/>
        <dsp:cNvSpPr/>
      </dsp:nvSpPr>
      <dsp:spPr>
        <a:xfrm>
          <a:off x="878734" y="954583"/>
          <a:ext cx="3893230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Use </a:t>
          </a:r>
          <a:r>
            <a:rPr lang="en-US" sz="1600" b="1" kern="1200"/>
            <a:t>Azure Functions</a:t>
          </a:r>
          <a:r>
            <a:rPr lang="en-US" sz="1600" kern="1200"/>
            <a:t> for validation and complex business logic </a:t>
          </a:r>
        </a:p>
      </dsp:txBody>
      <dsp:txXfrm>
        <a:off x="878734" y="954583"/>
        <a:ext cx="3893230" cy="760809"/>
      </dsp:txXfrm>
    </dsp:sp>
    <dsp:sp modelId="{C3CB44F2-E920-4E4A-8F39-6F9792353041}">
      <dsp:nvSpPr>
        <dsp:cNvPr id="0" name=""/>
        <dsp:cNvSpPr/>
      </dsp:nvSpPr>
      <dsp:spPr>
        <a:xfrm>
          <a:off x="0" y="1905595"/>
          <a:ext cx="4771965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D8FB69-C739-425B-8710-E6F9ACBE3E00}">
      <dsp:nvSpPr>
        <dsp:cNvPr id="0" name=""/>
        <dsp:cNvSpPr/>
      </dsp:nvSpPr>
      <dsp:spPr>
        <a:xfrm>
          <a:off x="230144" y="2076777"/>
          <a:ext cx="418445" cy="4184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9697C3-0E66-4638-B9AE-411DC0F7B526}">
      <dsp:nvSpPr>
        <dsp:cNvPr id="0" name=""/>
        <dsp:cNvSpPr/>
      </dsp:nvSpPr>
      <dsp:spPr>
        <a:xfrm>
          <a:off x="878734" y="1905595"/>
          <a:ext cx="3893230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Best approach is a </a:t>
          </a:r>
          <a:r>
            <a:rPr lang="en-US" sz="1600" b="1" kern="1200"/>
            <a:t>hybrid architecture</a:t>
          </a:r>
          <a:r>
            <a:rPr lang="en-US" sz="1600" kern="1200"/>
            <a:t> combining both </a:t>
          </a:r>
        </a:p>
      </dsp:txBody>
      <dsp:txXfrm>
        <a:off x="878734" y="1905595"/>
        <a:ext cx="3893230" cy="760809"/>
      </dsp:txXfrm>
    </dsp:sp>
    <dsp:sp modelId="{18C0D869-0886-459D-BBA5-41921138EB52}">
      <dsp:nvSpPr>
        <dsp:cNvPr id="0" name=""/>
        <dsp:cNvSpPr/>
      </dsp:nvSpPr>
      <dsp:spPr>
        <a:xfrm>
          <a:off x="0" y="2856607"/>
          <a:ext cx="4771965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8AABA5-26B4-4EE0-B313-C79CBFE07DA6}">
      <dsp:nvSpPr>
        <dsp:cNvPr id="0" name=""/>
        <dsp:cNvSpPr/>
      </dsp:nvSpPr>
      <dsp:spPr>
        <a:xfrm>
          <a:off x="230144" y="3027789"/>
          <a:ext cx="418445" cy="4184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5B977D-4E57-4703-9276-0A04E48C812D}">
      <dsp:nvSpPr>
        <dsp:cNvPr id="0" name=""/>
        <dsp:cNvSpPr/>
      </dsp:nvSpPr>
      <dsp:spPr>
        <a:xfrm>
          <a:off x="878734" y="2856607"/>
          <a:ext cx="3893230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Logic Apps provide </a:t>
          </a:r>
          <a:r>
            <a:rPr lang="en-US" sz="1600" b="1" kern="1200"/>
            <a:t>faster development and easier monitoring</a:t>
          </a:r>
          <a:r>
            <a:rPr lang="en-US" sz="1600" kern="1200"/>
            <a:t> </a:t>
          </a:r>
        </a:p>
      </dsp:txBody>
      <dsp:txXfrm>
        <a:off x="878734" y="2856607"/>
        <a:ext cx="3893230" cy="760809"/>
      </dsp:txXfrm>
    </dsp:sp>
    <dsp:sp modelId="{A5EFE538-6EA6-43AD-A15F-29B850E167ED}">
      <dsp:nvSpPr>
        <dsp:cNvPr id="0" name=""/>
        <dsp:cNvSpPr/>
      </dsp:nvSpPr>
      <dsp:spPr>
        <a:xfrm>
          <a:off x="0" y="3807618"/>
          <a:ext cx="4771965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F33639-D59B-41B6-B743-3CB58BEDD007}">
      <dsp:nvSpPr>
        <dsp:cNvPr id="0" name=""/>
        <dsp:cNvSpPr/>
      </dsp:nvSpPr>
      <dsp:spPr>
        <a:xfrm>
          <a:off x="230144" y="3978800"/>
          <a:ext cx="418445" cy="4184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F0B59D-09CE-4139-9C10-118B73AE8C4D}">
      <dsp:nvSpPr>
        <dsp:cNvPr id="0" name=""/>
        <dsp:cNvSpPr/>
      </dsp:nvSpPr>
      <dsp:spPr>
        <a:xfrm>
          <a:off x="878734" y="3807618"/>
          <a:ext cx="3893230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Functions offer </a:t>
          </a:r>
          <a:r>
            <a:rPr lang="en-US" sz="1600" b="1" kern="1200"/>
            <a:t>better control, scalability, and performance</a:t>
          </a:r>
          <a:endParaRPr lang="en-US" sz="1600" kern="1200"/>
        </a:p>
      </dsp:txBody>
      <dsp:txXfrm>
        <a:off x="878734" y="3807618"/>
        <a:ext cx="3893230" cy="76080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4DC196-D179-4237-8BDA-73BA13B42882}">
      <dsp:nvSpPr>
        <dsp:cNvPr id="0" name=""/>
        <dsp:cNvSpPr/>
      </dsp:nvSpPr>
      <dsp:spPr>
        <a:xfrm>
          <a:off x="0" y="3571"/>
          <a:ext cx="4771965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60F667-6CF6-4AFC-B017-0874782B6AA7}">
      <dsp:nvSpPr>
        <dsp:cNvPr id="0" name=""/>
        <dsp:cNvSpPr/>
      </dsp:nvSpPr>
      <dsp:spPr>
        <a:xfrm>
          <a:off x="230144" y="174753"/>
          <a:ext cx="418445" cy="4184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F8414D-1A49-4DD1-9014-8988BE904E07}">
      <dsp:nvSpPr>
        <dsp:cNvPr id="0" name=""/>
        <dsp:cNvSpPr/>
      </dsp:nvSpPr>
      <dsp:spPr>
        <a:xfrm>
          <a:off x="878734" y="3571"/>
          <a:ext cx="3893230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Logic Apps simplify building </a:t>
          </a:r>
          <a:r>
            <a:rPr lang="en-US" sz="1400" b="1" i="0" kern="1200" baseline="0"/>
            <a:t>event-driven workflows</a:t>
          </a:r>
          <a:r>
            <a:rPr lang="en-US" sz="1400" b="0" i="0" kern="1200" baseline="0"/>
            <a:t> </a:t>
          </a:r>
          <a:endParaRPr lang="en-US" sz="1400" kern="1200"/>
        </a:p>
      </dsp:txBody>
      <dsp:txXfrm>
        <a:off x="878734" y="3571"/>
        <a:ext cx="3893230" cy="760809"/>
      </dsp:txXfrm>
    </dsp:sp>
    <dsp:sp modelId="{F5BBDFD2-7D9F-482C-BF68-E4648500EE30}">
      <dsp:nvSpPr>
        <dsp:cNvPr id="0" name=""/>
        <dsp:cNvSpPr/>
      </dsp:nvSpPr>
      <dsp:spPr>
        <a:xfrm>
          <a:off x="0" y="954583"/>
          <a:ext cx="4771965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811BBB-3A71-4DBD-8EAF-CDDF5BCC49E9}">
      <dsp:nvSpPr>
        <dsp:cNvPr id="0" name=""/>
        <dsp:cNvSpPr/>
      </dsp:nvSpPr>
      <dsp:spPr>
        <a:xfrm>
          <a:off x="230144" y="1125765"/>
          <a:ext cx="418445" cy="4184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82CC8D-3259-4427-A6A7-069C4522621F}">
      <dsp:nvSpPr>
        <dsp:cNvPr id="0" name=""/>
        <dsp:cNvSpPr/>
      </dsp:nvSpPr>
      <dsp:spPr>
        <a:xfrm>
          <a:off x="878734" y="954583"/>
          <a:ext cx="3893230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Service Bus improves </a:t>
          </a:r>
          <a:r>
            <a:rPr lang="en-US" sz="1400" b="1" i="0" kern="1200" baseline="0"/>
            <a:t>scalability and decoupling of components</a:t>
          </a:r>
          <a:r>
            <a:rPr lang="en-US" sz="1400" b="0" i="0" kern="1200" baseline="0"/>
            <a:t> </a:t>
          </a:r>
          <a:endParaRPr lang="en-US" sz="1400" kern="1200"/>
        </a:p>
      </dsp:txBody>
      <dsp:txXfrm>
        <a:off x="878734" y="954583"/>
        <a:ext cx="3893230" cy="760809"/>
      </dsp:txXfrm>
    </dsp:sp>
    <dsp:sp modelId="{5C395C05-8667-4249-BEEC-C914F17C559C}">
      <dsp:nvSpPr>
        <dsp:cNvPr id="0" name=""/>
        <dsp:cNvSpPr/>
      </dsp:nvSpPr>
      <dsp:spPr>
        <a:xfrm>
          <a:off x="0" y="1905595"/>
          <a:ext cx="4771965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5A6D3B-54E5-4418-8813-C5F3800AB479}">
      <dsp:nvSpPr>
        <dsp:cNvPr id="0" name=""/>
        <dsp:cNvSpPr/>
      </dsp:nvSpPr>
      <dsp:spPr>
        <a:xfrm>
          <a:off x="230144" y="2076777"/>
          <a:ext cx="418445" cy="4184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52AD21-D77C-4CB2-AED2-8BFCC71BCD23}">
      <dsp:nvSpPr>
        <dsp:cNvPr id="0" name=""/>
        <dsp:cNvSpPr/>
      </dsp:nvSpPr>
      <dsp:spPr>
        <a:xfrm>
          <a:off x="878734" y="1905595"/>
          <a:ext cx="3893230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Separating validation into Functions improves </a:t>
          </a:r>
          <a:r>
            <a:rPr lang="en-US" sz="1400" b="1" i="0" kern="1200" baseline="0"/>
            <a:t>modularity and reusability</a:t>
          </a:r>
          <a:r>
            <a:rPr lang="en-US" sz="1400" b="0" i="0" kern="1200" baseline="0"/>
            <a:t> </a:t>
          </a:r>
          <a:endParaRPr lang="en-US" sz="1400" kern="1200"/>
        </a:p>
      </dsp:txBody>
      <dsp:txXfrm>
        <a:off x="878734" y="1905595"/>
        <a:ext cx="3893230" cy="760809"/>
      </dsp:txXfrm>
    </dsp:sp>
    <dsp:sp modelId="{D670FED3-D548-4ED5-8804-7F01BB2D49EE}">
      <dsp:nvSpPr>
        <dsp:cNvPr id="0" name=""/>
        <dsp:cNvSpPr/>
      </dsp:nvSpPr>
      <dsp:spPr>
        <a:xfrm>
          <a:off x="0" y="2856607"/>
          <a:ext cx="4771965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1B57C7-7E13-49CC-B7F1-CD4618A6B78B}">
      <dsp:nvSpPr>
        <dsp:cNvPr id="0" name=""/>
        <dsp:cNvSpPr/>
      </dsp:nvSpPr>
      <dsp:spPr>
        <a:xfrm>
          <a:off x="230144" y="3027789"/>
          <a:ext cx="418445" cy="4184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E90DAF-8AF1-4739-AA54-8B4EB0BAD961}">
      <dsp:nvSpPr>
        <dsp:cNvPr id="0" name=""/>
        <dsp:cNvSpPr/>
      </dsp:nvSpPr>
      <dsp:spPr>
        <a:xfrm>
          <a:off x="878734" y="2856607"/>
          <a:ext cx="3893230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Debugging Logic Apps using </a:t>
          </a:r>
          <a:r>
            <a:rPr lang="en-US" sz="1400" b="1" i="0" kern="1200" baseline="0"/>
            <a:t>run history is very effective</a:t>
          </a:r>
          <a:r>
            <a:rPr lang="en-US" sz="1400" b="0" i="0" kern="1200" baseline="0"/>
            <a:t> </a:t>
          </a:r>
          <a:endParaRPr lang="en-US" sz="1400" kern="1200"/>
        </a:p>
      </dsp:txBody>
      <dsp:txXfrm>
        <a:off x="878734" y="2856607"/>
        <a:ext cx="3893230" cy="760809"/>
      </dsp:txXfrm>
    </dsp:sp>
    <dsp:sp modelId="{A736061C-3FF7-4D48-9BF7-4E9A852DBC8B}">
      <dsp:nvSpPr>
        <dsp:cNvPr id="0" name=""/>
        <dsp:cNvSpPr/>
      </dsp:nvSpPr>
      <dsp:spPr>
        <a:xfrm>
          <a:off x="0" y="3807618"/>
          <a:ext cx="4771965" cy="7608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324E4E-6C09-4BDE-A3F1-8D653C86D024}">
      <dsp:nvSpPr>
        <dsp:cNvPr id="0" name=""/>
        <dsp:cNvSpPr/>
      </dsp:nvSpPr>
      <dsp:spPr>
        <a:xfrm>
          <a:off x="230144" y="3978800"/>
          <a:ext cx="418445" cy="4184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B88AC7-9E33-4E23-A8CE-C45CA6F4F05F}">
      <dsp:nvSpPr>
        <dsp:cNvPr id="0" name=""/>
        <dsp:cNvSpPr/>
      </dsp:nvSpPr>
      <dsp:spPr>
        <a:xfrm>
          <a:off x="878734" y="3807618"/>
          <a:ext cx="3893230" cy="760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519" tIns="80519" rIns="80519" bIns="8051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Real-world systems often use a </a:t>
          </a:r>
          <a:r>
            <a:rPr lang="en-US" sz="1400" b="1" i="0" kern="1200" baseline="0"/>
            <a:t>combination of services instead of a single solution</a:t>
          </a:r>
          <a:r>
            <a:rPr lang="en-US" sz="1400" b="0" i="0" kern="1200" baseline="0"/>
            <a:t> </a:t>
          </a:r>
          <a:endParaRPr lang="en-US" sz="1400" kern="1200"/>
        </a:p>
      </dsp:txBody>
      <dsp:txXfrm>
        <a:off x="878734" y="3807618"/>
        <a:ext cx="3893230" cy="7608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7117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  <p:sndAc>
          <p:stSnd>
            <p:snd r:embed="rId1" name="bomb.wav"/>
          </p:stSnd>
        </p:sndAc>
      </p:transition>
    </mc:Choice>
    <mc:Fallback>
      <p:transition spd="slow">
        <p:fade/>
        <p:sndAc>
          <p:stSnd>
            <p:snd r:embed="rId1" name="bomb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384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  <p:sndAc>
          <p:stSnd>
            <p:snd r:embed="rId1" name="bomb.wav"/>
          </p:stSnd>
        </p:sndAc>
      </p:transition>
    </mc:Choice>
    <mc:Fallback>
      <p:transition spd="slow">
        <p:fade/>
        <p:sndAc>
          <p:stSnd>
            <p:snd r:embed="rId1" name="bomb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732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  <p:sndAc>
          <p:stSnd>
            <p:snd r:embed="rId1" name="bomb.wav"/>
          </p:stSnd>
        </p:sndAc>
      </p:transition>
    </mc:Choice>
    <mc:Fallback>
      <p:transition spd="slow">
        <p:fade/>
        <p:sndAc>
          <p:stSnd>
            <p:snd r:embed="rId1" name="bomb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936841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795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807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  <p:sndAc>
          <p:stSnd>
            <p:snd r:embed="rId1" name="bomb.wav"/>
          </p:stSnd>
        </p:sndAc>
      </p:transition>
    </mc:Choice>
    <mc:Fallback>
      <p:transition spd="slow">
        <p:fade/>
        <p:sndAc>
          <p:stSnd>
            <p:snd r:embed="rId1" name="bomb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8153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  <p:sndAc>
          <p:stSnd>
            <p:snd r:embed="rId1" name="bomb.wav"/>
          </p:stSnd>
        </p:sndAc>
      </p:transition>
    </mc:Choice>
    <mc:Fallback>
      <p:transition spd="slow">
        <p:fade/>
        <p:sndAc>
          <p:stSnd>
            <p:snd r:embed="rId1" name="bomb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7223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3569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  <p:sndAc>
          <p:stSnd>
            <p:snd r:embed="rId1" name="bomb.wav"/>
          </p:stSnd>
        </p:sndAc>
      </p:transition>
    </mc:Choice>
    <mc:Fallback>
      <p:transition spd="slow">
        <p:fade/>
        <p:sndAc>
          <p:stSnd>
            <p:snd r:embed="rId1" name="bomb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10618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  <p:sndAc>
          <p:stSnd>
            <p:snd r:embed="rId1" name="bomb.wav"/>
          </p:stSnd>
        </p:sndAc>
      </p:transition>
    </mc:Choice>
    <mc:Fallback>
      <p:transition spd="slow">
        <p:fade/>
        <p:sndAc>
          <p:stSnd>
            <p:snd r:embed="rId1" name="bomb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31534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  <p:sndAc>
          <p:stSnd>
            <p:snd r:embed="rId1" name="bomb.wav"/>
          </p:stSnd>
        </p:sndAc>
      </p:transition>
    </mc:Choice>
    <mc:Fallback>
      <p:transition spd="slow">
        <p:fade/>
        <p:sndAc>
          <p:stSnd>
            <p:snd r:embed="rId1" name="bomb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597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  <p:sndAc>
          <p:stSnd>
            <p:snd r:embed="rId1" name="bomb.wav"/>
          </p:stSnd>
        </p:sndAc>
      </p:transition>
    </mc:Choice>
    <mc:Fallback>
      <p:transition spd="slow">
        <p:fade/>
        <p:sndAc>
          <p:stSnd>
            <p:snd r:embed="rId1" name="bomb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161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  <p:sndAc>
          <p:stSnd>
            <p:snd r:embed="rId1" name="bomb.wav"/>
          </p:stSnd>
        </p:sndAc>
      </p:transition>
    </mc:Choice>
    <mc:Fallback>
      <p:transition spd="slow">
        <p:fade/>
        <p:sndAc>
          <p:stSnd>
            <p:snd r:embed="rId1" name="bomb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1409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  <p:sndAc>
          <p:stSnd>
            <p:snd r:embed="rId1" name="bomb.wav"/>
          </p:stSnd>
        </p:sndAc>
      </p:transition>
    </mc:Choice>
    <mc:Fallback>
      <p:transition spd="slow">
        <p:fade/>
        <p:sndAc>
          <p:stSnd>
            <p:snd r:embed="rId1" name="bomb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879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  <p:sndAc>
          <p:stSnd>
            <p:snd r:embed="rId13" name="bomb.wav"/>
          </p:stSnd>
        </p:sndAc>
      </p:transition>
    </mc:Choice>
    <mc:Fallback>
      <p:transition spd="slow">
        <p:fade/>
        <p:sndAc>
          <p:stSnd>
            <p:snd r:embed="rId13" name="bomb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1A06B62-8BB1-9677-4094-5FB84178B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323067-33D6-8F9F-4C6A-867C42A5B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9" y="1474141"/>
            <a:ext cx="5470422" cy="161229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latin typeface="Aptos" panose="020B0004020202020204" pitchFamily="34" charset="0"/>
              </a:rPr>
              <a:t>Expense Approval System using Azure Serverless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21A8FC-C96C-14DD-FB7B-36DD2A29B95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400799" y="3379902"/>
            <a:ext cx="4862983" cy="29781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Arpit Patel 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Student ID: 41159097 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Course: CST8917 — Serverless Applications </a:t>
            </a:r>
          </a:p>
          <a:p>
            <a:pPr marR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4EBB05E-6144-8755-BC18-811FAC6BD8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4" b="8410"/>
          <a:stretch>
            <a:fillRect/>
          </a:stretch>
        </p:blipFill>
        <p:spPr>
          <a:xfrm>
            <a:off x="1" y="-2357"/>
            <a:ext cx="7872431" cy="4310904"/>
          </a:xfrm>
          <a:custGeom>
            <a:avLst/>
            <a:gdLst/>
            <a:ahLst/>
            <a:cxnLst/>
            <a:rect l="l" t="t" r="r" b="b"/>
            <a:pathLst>
              <a:path w="7872431" h="4310904">
                <a:moveTo>
                  <a:pt x="0" y="0"/>
                </a:moveTo>
                <a:lnTo>
                  <a:pt x="7872431" y="0"/>
                </a:lnTo>
                <a:lnTo>
                  <a:pt x="3042989" y="3788060"/>
                </a:lnTo>
                <a:cubicBezTo>
                  <a:pt x="2579199" y="4115583"/>
                  <a:pt x="2047750" y="4286391"/>
                  <a:pt x="1514750" y="4308448"/>
                </a:cubicBezTo>
                <a:cubicBezTo>
                  <a:pt x="1015062" y="4329127"/>
                  <a:pt x="514010" y="4219067"/>
                  <a:pt x="66064" y="3984830"/>
                </a:cubicBezTo>
                <a:lnTo>
                  <a:pt x="0" y="394774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80269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063577F-2949-C31E-B4B0-5E250230F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E4A51B-BAF6-3729-A2C0-89331F2FB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365" y="-318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40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57D615-B5DB-F2B7-8344-53BDC58AB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1" y="1143000"/>
            <a:ext cx="5029199" cy="1061720"/>
          </a:xfrm>
        </p:spPr>
        <p:txBody>
          <a:bodyPr anchor="t">
            <a:normAutofit/>
          </a:bodyPr>
          <a:lstStyle/>
          <a:p>
            <a:r>
              <a:rPr lang="en-IN" dirty="0">
                <a:latin typeface="Aptos" panose="020B0004020202020204" pitchFamily="34" charset="0"/>
              </a:rPr>
              <a:t>Introduction (Workflow + Business Rules)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59207E-5666-7E9E-11DD-E35963FCFC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4330297"/>
              </p:ext>
            </p:extLst>
          </p:nvPr>
        </p:nvGraphicFramePr>
        <p:xfrm>
          <a:off x="2860040" y="2595880"/>
          <a:ext cx="8188960" cy="311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9735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AD184-1F0E-41C9-B6F8-62D68576C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407" y="87731"/>
            <a:ext cx="8886884" cy="953669"/>
          </a:xfrm>
        </p:spPr>
        <p:txBody>
          <a:bodyPr>
            <a:normAutofit/>
          </a:bodyPr>
          <a:lstStyle/>
          <a:p>
            <a:r>
              <a:rPr lang="en-IN">
                <a:latin typeface="Aptos" panose="020B0004020202020204" pitchFamily="34" charset="0"/>
              </a:rPr>
              <a:t>Version A - Architecture (Durable Functions)</a:t>
            </a:r>
            <a:endParaRPr lang="en-IN" dirty="0">
              <a:latin typeface="Aptos" panose="020B00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C15061-0DE5-7054-BF24-C640BB7769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312" y="1416817"/>
            <a:ext cx="6550462" cy="468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11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0300B1B-B85E-D514-C6B4-30126EBBC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2CC8CFE-31F3-0DA5-6AC8-9A74170BF3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58916" y="-105868"/>
            <a:ext cx="12309832" cy="7069736"/>
          </a:xfrm>
          <a:custGeom>
            <a:avLst/>
            <a:gdLst>
              <a:gd name="connsiteX0" fmla="*/ 119689 w 12309832"/>
              <a:gd name="connsiteY0" fmla="*/ 7069736 h 7069736"/>
              <a:gd name="connsiteX1" fmla="*/ 12309832 w 12309832"/>
              <a:gd name="connsiteY1" fmla="*/ 6856956 h 7069736"/>
              <a:gd name="connsiteX2" fmla="*/ 12190143 w 12309832"/>
              <a:gd name="connsiteY2" fmla="*/ 0 h 7069736"/>
              <a:gd name="connsiteX3" fmla="*/ 0 w 12309832"/>
              <a:gd name="connsiteY3" fmla="*/ 212780 h 7069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09832" h="7069736">
                <a:moveTo>
                  <a:pt x="119689" y="7069736"/>
                </a:moveTo>
                <a:lnTo>
                  <a:pt x="12309832" y="6856956"/>
                </a:lnTo>
                <a:lnTo>
                  <a:pt x="12190143" y="0"/>
                </a:lnTo>
                <a:lnTo>
                  <a:pt x="0" y="212780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9FB23B6-1F34-5B6A-2697-938FB355B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2571" y="734156"/>
            <a:ext cx="10617872" cy="538161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3E2DCE-E43A-D23A-0CD3-D17F6B1AA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817" y="1143001"/>
            <a:ext cx="7917227" cy="574157"/>
          </a:xfrm>
        </p:spPr>
        <p:txBody>
          <a:bodyPr anchor="t">
            <a:normAutofit/>
          </a:bodyPr>
          <a:lstStyle/>
          <a:p>
            <a:pPr algn="ctr"/>
            <a:r>
              <a:rPr lang="en-US" sz="2800">
                <a:latin typeface="Aptos" panose="020B0004020202020204" pitchFamily="34" charset="0"/>
              </a:rPr>
              <a:t>Version A Key Design Decisions</a:t>
            </a:r>
            <a:endParaRPr lang="en-IN" sz="2800">
              <a:latin typeface="Aptos" panose="020B0004020202020204" pitchFamily="34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C65185-F10B-85F5-E328-7118061527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6383790"/>
              </p:ext>
            </p:extLst>
          </p:nvPr>
        </p:nvGraphicFramePr>
        <p:xfrm>
          <a:off x="1913862" y="2400300"/>
          <a:ext cx="8378456" cy="29478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6706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955CC-43BE-BD49-A48B-6F0582A53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16" y="86952"/>
            <a:ext cx="9491568" cy="953669"/>
          </a:xfrm>
        </p:spPr>
        <p:txBody>
          <a:bodyPr>
            <a:no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Version B Architecture (Logic Apps + Service Bus)</a:t>
            </a:r>
            <a:endParaRPr lang="en-IN" dirty="0">
              <a:latin typeface="Aptos" panose="020B00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62C051-686E-6759-4CDE-B12943B8FD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930" y="1266092"/>
            <a:ext cx="7546312" cy="479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628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C248155-68EB-D74C-5577-DA97D48E3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58916" y="-105868"/>
            <a:ext cx="12309832" cy="7069736"/>
          </a:xfrm>
          <a:custGeom>
            <a:avLst/>
            <a:gdLst>
              <a:gd name="connsiteX0" fmla="*/ 119689 w 12309832"/>
              <a:gd name="connsiteY0" fmla="*/ 7069736 h 7069736"/>
              <a:gd name="connsiteX1" fmla="*/ 12309832 w 12309832"/>
              <a:gd name="connsiteY1" fmla="*/ 6856956 h 7069736"/>
              <a:gd name="connsiteX2" fmla="*/ 12190143 w 12309832"/>
              <a:gd name="connsiteY2" fmla="*/ 0 h 7069736"/>
              <a:gd name="connsiteX3" fmla="*/ 0 w 12309832"/>
              <a:gd name="connsiteY3" fmla="*/ 212780 h 7069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09832" h="7069736">
                <a:moveTo>
                  <a:pt x="119689" y="7069736"/>
                </a:moveTo>
                <a:lnTo>
                  <a:pt x="12309832" y="6856956"/>
                </a:lnTo>
                <a:lnTo>
                  <a:pt x="12190143" y="0"/>
                </a:lnTo>
                <a:lnTo>
                  <a:pt x="0" y="212780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30E628A-07F0-331A-DE0B-CCD7FB90A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2571" y="734156"/>
            <a:ext cx="10617872" cy="538161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AA7651-DB1E-5E32-1ECB-E781B6B1A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8813" y="4188542"/>
            <a:ext cx="3472729" cy="1243268"/>
          </a:xfrm>
        </p:spPr>
        <p:txBody>
          <a:bodyPr anchor="b">
            <a:normAutofit/>
          </a:bodyPr>
          <a:lstStyle/>
          <a:p>
            <a:r>
              <a:rPr lang="en-US" sz="2800" dirty="0">
                <a:latin typeface="Aptos" panose="020B0004020202020204" pitchFamily="34" charset="0"/>
              </a:rPr>
              <a:t>Version B Key Design Decisions</a:t>
            </a:r>
            <a:endParaRPr lang="en-IN" sz="2800" dirty="0">
              <a:latin typeface="Aptos" panose="020B0004020202020204" pitchFamily="34" charset="0"/>
            </a:endParaRPr>
          </a:p>
        </p:txBody>
      </p:sp>
      <p:graphicFrame>
        <p:nvGraphicFramePr>
          <p:cNvPr id="23" name="Rectangle 1">
            <a:extLst>
              <a:ext uri="{FF2B5EF4-FFF2-40B4-BE49-F238E27FC236}">
                <a16:creationId xmlns:a16="http://schemas.microsoft.com/office/drawing/2014/main" id="{54AADF21-4B89-C3B3-C21E-F2BAB8066C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5579640"/>
              </p:ext>
            </p:extLst>
          </p:nvPr>
        </p:nvGraphicFramePr>
        <p:xfrm>
          <a:off x="5561463" y="1516186"/>
          <a:ext cx="5169059" cy="3915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62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EC937-FB71-1EC9-4A15-3765C27B9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336" y="0"/>
            <a:ext cx="8886884" cy="953669"/>
          </a:xfrm>
        </p:spPr>
        <p:txBody>
          <a:bodyPr>
            <a:normAutofit fontScale="90000"/>
          </a:bodyPr>
          <a:lstStyle/>
          <a:p>
            <a:r>
              <a:rPr lang="en-IN"/>
              <a:t>Comparison Summary (Version A vs Version B)</a:t>
            </a:r>
            <a:endParaRPr lang="en-IN" dirty="0">
              <a:latin typeface="Aptos" panose="020B0004020202020204" pitchFamily="34" charset="0"/>
            </a:endParaRP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FCC4412C-8F35-6764-31BD-7B26BB2331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5966080"/>
              </p:ext>
            </p:extLst>
          </p:nvPr>
        </p:nvGraphicFramePr>
        <p:xfrm>
          <a:off x="1017577" y="1304208"/>
          <a:ext cx="8886885" cy="4861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2295">
                  <a:extLst>
                    <a:ext uri="{9D8B030D-6E8A-4147-A177-3AD203B41FA5}">
                      <a16:colId xmlns:a16="http://schemas.microsoft.com/office/drawing/2014/main" val="2582434124"/>
                    </a:ext>
                  </a:extLst>
                </a:gridCol>
                <a:gridCol w="2962295">
                  <a:extLst>
                    <a:ext uri="{9D8B030D-6E8A-4147-A177-3AD203B41FA5}">
                      <a16:colId xmlns:a16="http://schemas.microsoft.com/office/drawing/2014/main" val="2417226082"/>
                    </a:ext>
                  </a:extLst>
                </a:gridCol>
                <a:gridCol w="2962295">
                  <a:extLst>
                    <a:ext uri="{9D8B030D-6E8A-4147-A177-3AD203B41FA5}">
                      <a16:colId xmlns:a16="http://schemas.microsoft.com/office/drawing/2014/main" val="1763661136"/>
                    </a:ext>
                  </a:extLst>
                </a:gridCol>
              </a:tblGrid>
              <a:tr h="380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Aptos" panose="020B0004020202020204" pitchFamily="34" charset="0"/>
                        </a:rPr>
                        <a:t>Dimension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Aptos" panose="020B0004020202020204" pitchFamily="34" charset="0"/>
                        </a:rPr>
                        <a:t>Version A — Durable Functions</a:t>
                      </a:r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Aptos" panose="020B0004020202020204" pitchFamily="34" charset="0"/>
                        </a:rPr>
                        <a:t>Version B — Logic Apps + Service Bus</a:t>
                      </a:r>
                      <a:endParaRPr lang="en-US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1989719"/>
                  </a:ext>
                </a:extLst>
              </a:tr>
              <a:tr h="380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Aptos" panose="020B0004020202020204" pitchFamily="34" charset="0"/>
                        </a:rPr>
                        <a:t>Development Experience</a:t>
                      </a:r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Aptos" panose="020B0004020202020204" pitchFamily="34" charset="0"/>
                        </a:rPr>
                        <a:t>Code-heavy, slower to build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Visual, faster and easier to design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815980"/>
                  </a:ext>
                </a:extLst>
              </a:tr>
              <a:tr h="380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Aptos" panose="020B0004020202020204" pitchFamily="34" charset="0"/>
                        </a:rPr>
                        <a:t>Testability</a:t>
                      </a:r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Easy to test locally using code</a:t>
                      </a:r>
                      <a:endParaRPr lang="en-US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Limited local testing, mostly cloud-based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5330550"/>
                  </a:ext>
                </a:extLst>
              </a:tr>
              <a:tr h="380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Aptos" panose="020B0004020202020204" pitchFamily="34" charset="0"/>
                        </a:rPr>
                        <a:t>Error Handling</a:t>
                      </a:r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Fine control using try/catch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Built-in retry and error handling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6897669"/>
                  </a:ext>
                </a:extLst>
              </a:tr>
              <a:tr h="380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Aptos" panose="020B0004020202020204" pitchFamily="34" charset="0"/>
                        </a:rPr>
                        <a:t>Human Interaction</a:t>
                      </a:r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Complex to implement waiting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Natural and easy with built-in connectors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8663451"/>
                  </a:ext>
                </a:extLst>
              </a:tr>
              <a:tr h="380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Aptos" panose="020B0004020202020204" pitchFamily="34" charset="0"/>
                        </a:rPr>
                        <a:t>Observability</a:t>
                      </a:r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Aptos" panose="020B0004020202020204" pitchFamily="34" charset="0"/>
                        </a:rPr>
                        <a:t>Logs and Application Insights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Visual run history and step tracking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3361838"/>
                  </a:ext>
                </a:extLst>
              </a:tr>
              <a:tr h="380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Aptos" panose="020B0004020202020204" pitchFamily="34" charset="0"/>
                        </a:rPr>
                        <a:t>Cost</a:t>
                      </a:r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More efficient at large 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Aptos" panose="020B0004020202020204" pitchFamily="34" charset="0"/>
                        </a:rPr>
                        <a:t>Slightly higher due to connectors and executions</a:t>
                      </a:r>
                      <a:endParaRPr lang="en-US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5450603"/>
                  </a:ext>
                </a:extLst>
              </a:tr>
              <a:tr h="380761"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467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95577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0300B1B-B85E-D514-C6B4-30126EBBC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69C509C-DC9F-72A7-2C51-F7F49BF17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4291463" cy="1828798"/>
          </a:xfrm>
          <a:custGeom>
            <a:avLst/>
            <a:gdLst>
              <a:gd name="connsiteX0" fmla="*/ 4291463 w 4291463"/>
              <a:gd name="connsiteY0" fmla="*/ 1828798 h 1828798"/>
              <a:gd name="connsiteX1" fmla="*/ 0 w 4291463"/>
              <a:gd name="connsiteY1" fmla="*/ 1828798 h 1828798"/>
              <a:gd name="connsiteX2" fmla="*/ 1813870 w 4291463"/>
              <a:gd name="connsiteY2" fmla="*/ 405504 h 1828798"/>
              <a:gd name="connsiteX3" fmla="*/ 1856352 w 4291463"/>
              <a:gd name="connsiteY3" fmla="*/ 373857 h 1828798"/>
              <a:gd name="connsiteX4" fmla="*/ 2949111 w 4291463"/>
              <a:gd name="connsiteY4" fmla="*/ 1756 h 1828798"/>
              <a:gd name="connsiteX5" fmla="*/ 3068193 w 4291463"/>
              <a:gd name="connsiteY5" fmla="*/ 284 h 1828798"/>
              <a:gd name="connsiteX6" fmla="*/ 4291186 w 4291463"/>
              <a:gd name="connsiteY6" fmla="*/ 430072 h 1828798"/>
              <a:gd name="connsiteX7" fmla="*/ 4291463 w 4291463"/>
              <a:gd name="connsiteY7" fmla="*/ 430316 h 1828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1463" h="1828798">
                <a:moveTo>
                  <a:pt x="4291463" y="1828798"/>
                </a:moveTo>
                <a:lnTo>
                  <a:pt x="0" y="1828798"/>
                </a:lnTo>
                <a:lnTo>
                  <a:pt x="1813870" y="405504"/>
                </a:lnTo>
                <a:lnTo>
                  <a:pt x="1856352" y="373857"/>
                </a:lnTo>
                <a:cubicBezTo>
                  <a:pt x="2187982" y="139664"/>
                  <a:pt x="2567993" y="17528"/>
                  <a:pt x="2949111" y="1756"/>
                </a:cubicBezTo>
                <a:cubicBezTo>
                  <a:pt x="2988812" y="114"/>
                  <a:pt x="3028523" y="-375"/>
                  <a:pt x="3068193" y="284"/>
                </a:cubicBezTo>
                <a:cubicBezTo>
                  <a:pt x="3504570" y="7531"/>
                  <a:pt x="3935938" y="153650"/>
                  <a:pt x="4291186" y="430072"/>
                </a:cubicBezTo>
                <a:lnTo>
                  <a:pt x="4291463" y="430316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92F11F5-4650-4EDB-A5A2-609AA6316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-60000" flipH="1">
            <a:off x="3823340" y="2206019"/>
            <a:ext cx="8404540" cy="4724346"/>
          </a:xfrm>
          <a:custGeom>
            <a:avLst/>
            <a:gdLst>
              <a:gd name="connsiteX0" fmla="*/ 1276386 w 8404540"/>
              <a:gd name="connsiteY0" fmla="*/ 1707 h 4724346"/>
              <a:gd name="connsiteX1" fmla="*/ 46392 w 8404540"/>
              <a:gd name="connsiteY1" fmla="*/ 317762 h 4724346"/>
              <a:gd name="connsiteX2" fmla="*/ 0 w 8404540"/>
              <a:gd name="connsiteY2" fmla="*/ 342953 h 4724346"/>
              <a:gd name="connsiteX3" fmla="*/ 76477 w 8404540"/>
              <a:gd name="connsiteY3" fmla="*/ 4724346 h 4724346"/>
              <a:gd name="connsiteX4" fmla="*/ 8404540 w 8404540"/>
              <a:gd name="connsiteY4" fmla="*/ 4578979 h 4724346"/>
              <a:gd name="connsiteX5" fmla="*/ 3081575 w 8404540"/>
              <a:gd name="connsiteY5" fmla="*/ 550286 h 4724346"/>
              <a:gd name="connsiteX6" fmla="*/ 3019989 w 8404540"/>
              <a:gd name="connsiteY6" fmla="*/ 506058 h 4724346"/>
              <a:gd name="connsiteX7" fmla="*/ 1446842 w 8404540"/>
              <a:gd name="connsiteY7" fmla="*/ 840 h 4724346"/>
              <a:gd name="connsiteX8" fmla="*/ 1276386 w 8404540"/>
              <a:gd name="connsiteY8" fmla="*/ 1707 h 4724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404540" h="4724346">
                <a:moveTo>
                  <a:pt x="1276386" y="1707"/>
                </a:moveTo>
                <a:cubicBezTo>
                  <a:pt x="850714" y="16212"/>
                  <a:pt x="429986" y="123046"/>
                  <a:pt x="46392" y="317762"/>
                </a:cubicBezTo>
                <a:lnTo>
                  <a:pt x="0" y="342953"/>
                </a:lnTo>
                <a:lnTo>
                  <a:pt x="76477" y="4724346"/>
                </a:lnTo>
                <a:lnTo>
                  <a:pt x="8404540" y="4578979"/>
                </a:lnTo>
                <a:lnTo>
                  <a:pt x="3081575" y="550286"/>
                </a:lnTo>
                <a:lnTo>
                  <a:pt x="3019989" y="506058"/>
                </a:lnTo>
                <a:cubicBezTo>
                  <a:pt x="2539541" y="179187"/>
                  <a:pt x="1992657" y="13891"/>
                  <a:pt x="1446842" y="840"/>
                </a:cubicBezTo>
                <a:cubicBezTo>
                  <a:pt x="1389987" y="-519"/>
                  <a:pt x="1333142" y="-227"/>
                  <a:pt x="1276386" y="1707"/>
                </a:cubicBez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F985F24-A82E-38BB-9E95-B68E0525A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2571" y="734156"/>
            <a:ext cx="10617872" cy="538161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F2ED33-090C-3071-A6F4-67FA28C9B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3852" y="1143000"/>
            <a:ext cx="3924676" cy="3345995"/>
          </a:xfrm>
        </p:spPr>
        <p:txBody>
          <a:bodyPr anchor="t">
            <a:normAutofit/>
          </a:bodyPr>
          <a:lstStyle/>
          <a:p>
            <a:r>
              <a:rPr lang="en-IN">
                <a:latin typeface="Aptos" panose="020B0004020202020204" pitchFamily="34" charset="0"/>
              </a:rPr>
              <a:t>Recommendation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AD8E7F-1E5D-E7AE-6E55-9F74909CE8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7459352"/>
              </p:ext>
            </p:extLst>
          </p:nvPr>
        </p:nvGraphicFramePr>
        <p:xfrm>
          <a:off x="6096000" y="1143000"/>
          <a:ext cx="4771965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794440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0300B1B-B85E-D514-C6B4-30126EBBC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69C509C-DC9F-72A7-2C51-F7F49BF17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4291463" cy="1828798"/>
          </a:xfrm>
          <a:custGeom>
            <a:avLst/>
            <a:gdLst>
              <a:gd name="connsiteX0" fmla="*/ 4291463 w 4291463"/>
              <a:gd name="connsiteY0" fmla="*/ 1828798 h 1828798"/>
              <a:gd name="connsiteX1" fmla="*/ 0 w 4291463"/>
              <a:gd name="connsiteY1" fmla="*/ 1828798 h 1828798"/>
              <a:gd name="connsiteX2" fmla="*/ 1813870 w 4291463"/>
              <a:gd name="connsiteY2" fmla="*/ 405504 h 1828798"/>
              <a:gd name="connsiteX3" fmla="*/ 1856352 w 4291463"/>
              <a:gd name="connsiteY3" fmla="*/ 373857 h 1828798"/>
              <a:gd name="connsiteX4" fmla="*/ 2949111 w 4291463"/>
              <a:gd name="connsiteY4" fmla="*/ 1756 h 1828798"/>
              <a:gd name="connsiteX5" fmla="*/ 3068193 w 4291463"/>
              <a:gd name="connsiteY5" fmla="*/ 284 h 1828798"/>
              <a:gd name="connsiteX6" fmla="*/ 4291186 w 4291463"/>
              <a:gd name="connsiteY6" fmla="*/ 430072 h 1828798"/>
              <a:gd name="connsiteX7" fmla="*/ 4291463 w 4291463"/>
              <a:gd name="connsiteY7" fmla="*/ 430316 h 1828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1463" h="1828798">
                <a:moveTo>
                  <a:pt x="4291463" y="1828798"/>
                </a:moveTo>
                <a:lnTo>
                  <a:pt x="0" y="1828798"/>
                </a:lnTo>
                <a:lnTo>
                  <a:pt x="1813870" y="405504"/>
                </a:lnTo>
                <a:lnTo>
                  <a:pt x="1856352" y="373857"/>
                </a:lnTo>
                <a:cubicBezTo>
                  <a:pt x="2187982" y="139664"/>
                  <a:pt x="2567993" y="17528"/>
                  <a:pt x="2949111" y="1756"/>
                </a:cubicBezTo>
                <a:cubicBezTo>
                  <a:pt x="2988812" y="114"/>
                  <a:pt x="3028523" y="-375"/>
                  <a:pt x="3068193" y="284"/>
                </a:cubicBezTo>
                <a:cubicBezTo>
                  <a:pt x="3504570" y="7531"/>
                  <a:pt x="3935938" y="153650"/>
                  <a:pt x="4291186" y="430072"/>
                </a:cubicBezTo>
                <a:lnTo>
                  <a:pt x="4291463" y="430316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92F11F5-4650-4EDB-A5A2-609AA6316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-60000" flipH="1">
            <a:off x="3823340" y="2206019"/>
            <a:ext cx="8404540" cy="4724346"/>
          </a:xfrm>
          <a:custGeom>
            <a:avLst/>
            <a:gdLst>
              <a:gd name="connsiteX0" fmla="*/ 1276386 w 8404540"/>
              <a:gd name="connsiteY0" fmla="*/ 1707 h 4724346"/>
              <a:gd name="connsiteX1" fmla="*/ 46392 w 8404540"/>
              <a:gd name="connsiteY1" fmla="*/ 317762 h 4724346"/>
              <a:gd name="connsiteX2" fmla="*/ 0 w 8404540"/>
              <a:gd name="connsiteY2" fmla="*/ 342953 h 4724346"/>
              <a:gd name="connsiteX3" fmla="*/ 76477 w 8404540"/>
              <a:gd name="connsiteY3" fmla="*/ 4724346 h 4724346"/>
              <a:gd name="connsiteX4" fmla="*/ 8404540 w 8404540"/>
              <a:gd name="connsiteY4" fmla="*/ 4578979 h 4724346"/>
              <a:gd name="connsiteX5" fmla="*/ 3081575 w 8404540"/>
              <a:gd name="connsiteY5" fmla="*/ 550286 h 4724346"/>
              <a:gd name="connsiteX6" fmla="*/ 3019989 w 8404540"/>
              <a:gd name="connsiteY6" fmla="*/ 506058 h 4724346"/>
              <a:gd name="connsiteX7" fmla="*/ 1446842 w 8404540"/>
              <a:gd name="connsiteY7" fmla="*/ 840 h 4724346"/>
              <a:gd name="connsiteX8" fmla="*/ 1276386 w 8404540"/>
              <a:gd name="connsiteY8" fmla="*/ 1707 h 4724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404540" h="4724346">
                <a:moveTo>
                  <a:pt x="1276386" y="1707"/>
                </a:moveTo>
                <a:cubicBezTo>
                  <a:pt x="850714" y="16212"/>
                  <a:pt x="429986" y="123046"/>
                  <a:pt x="46392" y="317762"/>
                </a:cubicBezTo>
                <a:lnTo>
                  <a:pt x="0" y="342953"/>
                </a:lnTo>
                <a:lnTo>
                  <a:pt x="76477" y="4724346"/>
                </a:lnTo>
                <a:lnTo>
                  <a:pt x="8404540" y="4578979"/>
                </a:lnTo>
                <a:lnTo>
                  <a:pt x="3081575" y="550286"/>
                </a:lnTo>
                <a:lnTo>
                  <a:pt x="3019989" y="506058"/>
                </a:lnTo>
                <a:cubicBezTo>
                  <a:pt x="2539541" y="179187"/>
                  <a:pt x="1992657" y="13891"/>
                  <a:pt x="1446842" y="840"/>
                </a:cubicBezTo>
                <a:cubicBezTo>
                  <a:pt x="1389987" y="-519"/>
                  <a:pt x="1333142" y="-227"/>
                  <a:pt x="1276386" y="1707"/>
                </a:cubicBez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F985F24-A82E-38BB-9E95-B68E0525A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2571" y="734156"/>
            <a:ext cx="10617872" cy="538161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2B50B2-FA7D-8FFC-6025-98CD7D170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3852" y="1143000"/>
            <a:ext cx="3924676" cy="3345995"/>
          </a:xfrm>
        </p:spPr>
        <p:txBody>
          <a:bodyPr anchor="t">
            <a:normAutofit/>
          </a:bodyPr>
          <a:lstStyle/>
          <a:p>
            <a:r>
              <a:rPr lang="en-IN" dirty="0">
                <a:latin typeface="Aptos" panose="020B0004020202020204" pitchFamily="34" charset="0"/>
              </a:rPr>
              <a:t>Lessons Learned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926C9AC-3EA7-B956-48DB-50B63BAB4A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9161416"/>
              </p:ext>
            </p:extLst>
          </p:nvPr>
        </p:nvGraphicFramePr>
        <p:xfrm>
          <a:off x="6096000" y="1143000"/>
          <a:ext cx="4771965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4945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5123">
            <a:extLst>
              <a:ext uri="{FF2B5EF4-FFF2-40B4-BE49-F238E27FC236}">
                <a16:creationId xmlns:a16="http://schemas.microsoft.com/office/drawing/2014/main" id="{C2329425-0083-BCD7-C8F1-24F1F98B7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Thank you presentation images">
            <a:extLst>
              <a:ext uri="{FF2B5EF4-FFF2-40B4-BE49-F238E27FC236}">
                <a16:creationId xmlns:a16="http://schemas.microsoft.com/office/drawing/2014/main" id="{449EA87C-66B1-F73A-189E-B514221F7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91" b="20309"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5" name="Freeform: Shape 5124">
            <a:extLst>
              <a:ext uri="{FF2B5EF4-FFF2-40B4-BE49-F238E27FC236}">
                <a16:creationId xmlns:a16="http://schemas.microsoft.com/office/drawing/2014/main" id="{5FFCE8CD-3FA1-5CD3-0A5E-DF1AE2370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53996" y="-92730"/>
            <a:ext cx="10310375" cy="5585179"/>
          </a:xfrm>
          <a:custGeom>
            <a:avLst/>
            <a:gdLst>
              <a:gd name="connsiteX0" fmla="*/ 2195972 w 11953381"/>
              <a:gd name="connsiteY0" fmla="*/ 2336 h 6475203"/>
              <a:gd name="connsiteX1" fmla="*/ 6451 w 11953381"/>
              <a:gd name="connsiteY1" fmla="*/ 741155 h 6475203"/>
              <a:gd name="connsiteX2" fmla="*/ 0 w 11953381"/>
              <a:gd name="connsiteY2" fmla="*/ 746044 h 6475203"/>
              <a:gd name="connsiteX3" fmla="*/ 100003 w 11953381"/>
              <a:gd name="connsiteY3" fmla="*/ 6475203 h 6475203"/>
              <a:gd name="connsiteX4" fmla="*/ 11953381 w 11953381"/>
              <a:gd name="connsiteY4" fmla="*/ 6268302 h 6475203"/>
              <a:gd name="connsiteX5" fmla="*/ 4666255 w 11953381"/>
              <a:gd name="connsiteY5" fmla="*/ 753030 h 6475203"/>
              <a:gd name="connsiteX6" fmla="*/ 4581978 w 11953381"/>
              <a:gd name="connsiteY6" fmla="*/ 692507 h 6475203"/>
              <a:gd name="connsiteX7" fmla="*/ 2429229 w 11953381"/>
              <a:gd name="connsiteY7" fmla="*/ 1150 h 6475203"/>
              <a:gd name="connsiteX8" fmla="*/ 2195972 w 11953381"/>
              <a:gd name="connsiteY8" fmla="*/ 2336 h 6475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53381" h="6475203">
                <a:moveTo>
                  <a:pt x="2195972" y="2336"/>
                </a:moveTo>
                <a:cubicBezTo>
                  <a:pt x="1419299" y="28801"/>
                  <a:pt x="654656" y="279884"/>
                  <a:pt x="6451" y="741155"/>
                </a:cubicBezTo>
                <a:lnTo>
                  <a:pt x="0" y="746044"/>
                </a:lnTo>
                <a:lnTo>
                  <a:pt x="100003" y="6475203"/>
                </a:lnTo>
                <a:lnTo>
                  <a:pt x="11953381" y="6268302"/>
                </a:lnTo>
                <a:lnTo>
                  <a:pt x="4666255" y="753030"/>
                </a:lnTo>
                <a:lnTo>
                  <a:pt x="4581978" y="692507"/>
                </a:lnTo>
                <a:cubicBezTo>
                  <a:pt x="3924516" y="245206"/>
                  <a:pt x="3176141" y="19009"/>
                  <a:pt x="2429229" y="1150"/>
                </a:cubicBezTo>
                <a:cubicBezTo>
                  <a:pt x="2351426" y="-711"/>
                  <a:pt x="2273638" y="-310"/>
                  <a:pt x="2195972" y="2336"/>
                </a:cubicBezTo>
                <a:close/>
              </a:path>
            </a:pathLst>
          </a:custGeom>
          <a:gradFill>
            <a:gsLst>
              <a:gs pos="32000">
                <a:schemeClr val="bg2">
                  <a:alpha val="52000"/>
                </a:schemeClr>
              </a:gs>
              <a:gs pos="100000">
                <a:schemeClr val="accent1">
                  <a:lumMod val="60000"/>
                  <a:lumOff val="40000"/>
                  <a:alpha val="47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0242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wellVTI">
  <a:themeElements>
    <a:clrScheme name="Swell">
      <a:dk1>
        <a:sysClr val="windowText" lastClr="000000"/>
      </a:dk1>
      <a:lt1>
        <a:sysClr val="window" lastClr="FFFFFF"/>
      </a:lt1>
      <a:dk2>
        <a:srgbClr val="233B47"/>
      </a:dk2>
      <a:lt2>
        <a:srgbClr val="FEEFD9"/>
      </a:lt2>
      <a:accent1>
        <a:srgbClr val="16AEA7"/>
      </a:accent1>
      <a:accent2>
        <a:srgbClr val="618F88"/>
      </a:accent2>
      <a:accent3>
        <a:srgbClr val="7A9973"/>
      </a:accent3>
      <a:accent4>
        <a:srgbClr val="8AAE8E"/>
      </a:accent4>
      <a:accent5>
        <a:srgbClr val="EB8F60"/>
      </a:accent5>
      <a:accent6>
        <a:srgbClr val="E57A6F"/>
      </a:accent6>
      <a:hlink>
        <a:srgbClr val="13968F"/>
      </a:hlink>
      <a:folHlink>
        <a:srgbClr val="E5615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433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Neue Haas Grotesk Text Pro</vt:lpstr>
      <vt:lpstr>SwellVTI</vt:lpstr>
      <vt:lpstr>Expense Approval System using Azure Serverless</vt:lpstr>
      <vt:lpstr>Introduction (Workflow + Business Rules)</vt:lpstr>
      <vt:lpstr>Version A - Architecture (Durable Functions)</vt:lpstr>
      <vt:lpstr>Version A Key Design Decisions</vt:lpstr>
      <vt:lpstr>Version B Architecture (Logic Apps + Service Bus)</vt:lpstr>
      <vt:lpstr>Version B Key Design Decisions</vt:lpstr>
      <vt:lpstr>Comparison Summary (Version A vs Version B)</vt:lpstr>
      <vt:lpstr>Recommendation</vt:lpstr>
      <vt:lpstr>Lessons Learned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Arpitkumar Patel</dc:creator>
  <cp:lastModifiedBy>Arpitkumar Patel</cp:lastModifiedBy>
  <cp:revision>1</cp:revision>
  <dcterms:created xsi:type="dcterms:W3CDTF">2026-04-21T20:40:07Z</dcterms:created>
  <dcterms:modified xsi:type="dcterms:W3CDTF">2026-04-21T23:22:55Z</dcterms:modified>
</cp:coreProperties>
</file>